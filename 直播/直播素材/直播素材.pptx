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4C65"/>
    <a:srgbClr val="97A5C0"/>
    <a:srgbClr val="B3CAD8"/>
    <a:srgbClr val="AAB8AB"/>
    <a:srgbClr val="BECBD3"/>
    <a:srgbClr val="66828E"/>
    <a:srgbClr val="728A7A"/>
    <a:srgbClr val="93A3A0"/>
    <a:srgbClr val="DDAB77"/>
    <a:srgbClr val="EF8B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214" autoAdjust="0"/>
  </p:normalViewPr>
  <p:slideViewPr>
    <p:cSldViewPr snapToGrid="0">
      <p:cViewPr varScale="1">
        <p:scale>
          <a:sx n="81" d="100"/>
          <a:sy n="81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9758FE-F1B4-4C53-9263-A1BE5CEEE34D}" type="datetimeFigureOut">
              <a:rPr lang="zh-TW" altLang="en-US" smtClean="0"/>
              <a:t>2023/5/15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41BE8C-041C-4115-A9DC-2B2220DB7B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0406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41BE8C-041C-4115-A9DC-2B2220DB7B82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9569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5085C-02D8-4A25-9A6D-1812B12F79DA}" type="datetimeFigureOut">
              <a:rPr lang="zh-TW" altLang="en-US" smtClean="0"/>
              <a:t>2023/5/15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D012C-417E-4CEC-835F-F0E5A958EC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48685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5085C-02D8-4A25-9A6D-1812B12F79DA}" type="datetimeFigureOut">
              <a:rPr lang="zh-TW" altLang="en-US" smtClean="0"/>
              <a:t>2023/5/15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D012C-417E-4CEC-835F-F0E5A958EC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9213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5085C-02D8-4A25-9A6D-1812B12F79DA}" type="datetimeFigureOut">
              <a:rPr lang="zh-TW" altLang="en-US" smtClean="0"/>
              <a:t>2023/5/15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D012C-417E-4CEC-835F-F0E5A958EC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2743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5085C-02D8-4A25-9A6D-1812B12F79DA}" type="datetimeFigureOut">
              <a:rPr lang="zh-TW" altLang="en-US" smtClean="0"/>
              <a:t>2023/5/15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D012C-417E-4CEC-835F-F0E5A958EC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7089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5085C-02D8-4A25-9A6D-1812B12F79DA}" type="datetimeFigureOut">
              <a:rPr lang="zh-TW" altLang="en-US" smtClean="0"/>
              <a:t>2023/5/15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D012C-417E-4CEC-835F-F0E5A958EC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200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5085C-02D8-4A25-9A6D-1812B12F79DA}" type="datetimeFigureOut">
              <a:rPr lang="zh-TW" altLang="en-US" smtClean="0"/>
              <a:t>2023/5/15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D012C-417E-4CEC-835F-F0E5A958EC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1873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5085C-02D8-4A25-9A6D-1812B12F79DA}" type="datetimeFigureOut">
              <a:rPr lang="zh-TW" altLang="en-US" smtClean="0"/>
              <a:t>2023/5/15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D012C-417E-4CEC-835F-F0E5A958EC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9185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5085C-02D8-4A25-9A6D-1812B12F79DA}" type="datetimeFigureOut">
              <a:rPr lang="zh-TW" altLang="en-US" smtClean="0"/>
              <a:t>2023/5/15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D012C-417E-4CEC-835F-F0E5A958EC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987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5085C-02D8-4A25-9A6D-1812B12F79DA}" type="datetimeFigureOut">
              <a:rPr lang="zh-TW" altLang="en-US" smtClean="0"/>
              <a:t>2023/5/15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D012C-417E-4CEC-835F-F0E5A958EC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6274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5085C-02D8-4A25-9A6D-1812B12F79DA}" type="datetimeFigureOut">
              <a:rPr lang="zh-TW" altLang="en-US" smtClean="0"/>
              <a:t>2023/5/15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D012C-417E-4CEC-835F-F0E5A958EC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3021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5085C-02D8-4A25-9A6D-1812B12F79DA}" type="datetimeFigureOut">
              <a:rPr lang="zh-TW" altLang="en-US" smtClean="0"/>
              <a:t>2023/5/15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D012C-417E-4CEC-835F-F0E5A958EC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8694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35085C-02D8-4A25-9A6D-1812B12F79DA}" type="datetimeFigureOut">
              <a:rPr lang="zh-TW" altLang="en-US" smtClean="0"/>
              <a:t>2023/5/15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BD012C-417E-4CEC-835F-F0E5A958EC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167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voltamediahouse.com/blog/best-practices-for-your-youtube-channel-art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4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圓角 3">
            <a:extLst>
              <a:ext uri="{FF2B5EF4-FFF2-40B4-BE49-F238E27FC236}">
                <a16:creationId xmlns:a16="http://schemas.microsoft.com/office/drawing/2014/main" id="{B1F44F4D-197B-DB93-1208-69E10A35BAE6}"/>
              </a:ext>
            </a:extLst>
          </p:cNvPr>
          <p:cNvSpPr/>
          <p:nvPr/>
        </p:nvSpPr>
        <p:spPr>
          <a:xfrm>
            <a:off x="4123777" y="2142577"/>
            <a:ext cx="3594851" cy="2070851"/>
          </a:xfrm>
          <a:prstGeom prst="roundRect">
            <a:avLst/>
          </a:prstGeom>
          <a:solidFill>
            <a:schemeClr val="dk1">
              <a:alpha val="90000"/>
            </a:schemeClr>
          </a:solidFill>
          <a:ln w="508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51" dirty="0"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</a:rPr>
              <a:t>———————————————</a:t>
            </a:r>
            <a:endParaRPr lang="zh-TW" altLang="en-US" sz="1351" dirty="0"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4824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4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圓角 3">
            <a:extLst>
              <a:ext uri="{FF2B5EF4-FFF2-40B4-BE49-F238E27FC236}">
                <a16:creationId xmlns:a16="http://schemas.microsoft.com/office/drawing/2014/main" id="{B1F44F4D-197B-DB93-1208-69E10A35BAE6}"/>
              </a:ext>
            </a:extLst>
          </p:cNvPr>
          <p:cNvSpPr/>
          <p:nvPr/>
        </p:nvSpPr>
        <p:spPr>
          <a:xfrm>
            <a:off x="4616837" y="1143001"/>
            <a:ext cx="2958351" cy="4572000"/>
          </a:xfrm>
          <a:prstGeom prst="roundRect">
            <a:avLst/>
          </a:prstGeom>
          <a:solidFill>
            <a:schemeClr val="dk1">
              <a:alpha val="90000"/>
            </a:schemeClr>
          </a:solidFill>
          <a:ln w="508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1" dirty="0"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9442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橢圓 1">
            <a:extLst>
              <a:ext uri="{FF2B5EF4-FFF2-40B4-BE49-F238E27FC236}">
                <a16:creationId xmlns:a16="http://schemas.microsoft.com/office/drawing/2014/main" id="{A7B34331-A932-1ACD-0760-5482509002BC}"/>
              </a:ext>
            </a:extLst>
          </p:cNvPr>
          <p:cNvSpPr/>
          <p:nvPr/>
        </p:nvSpPr>
        <p:spPr>
          <a:xfrm>
            <a:off x="4957481" y="2290481"/>
            <a:ext cx="2277040" cy="2277040"/>
          </a:xfrm>
          <a:prstGeom prst="ellipse">
            <a:avLst/>
          </a:prstGeom>
          <a:solidFill>
            <a:srgbClr val="EF8B11"/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1"/>
          </a:p>
        </p:txBody>
      </p:sp>
    </p:spTree>
    <p:extLst>
      <p:ext uri="{BB962C8B-B14F-4D97-AF65-F5344CB8AC3E}">
        <p14:creationId xmlns:p14="http://schemas.microsoft.com/office/powerpoint/2010/main" val="2924210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4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群組 12">
            <a:extLst>
              <a:ext uri="{FF2B5EF4-FFF2-40B4-BE49-F238E27FC236}">
                <a16:creationId xmlns:a16="http://schemas.microsoft.com/office/drawing/2014/main" id="{3F3B56DF-78B2-9E3F-E594-DB2B0792D17C}"/>
              </a:ext>
            </a:extLst>
          </p:cNvPr>
          <p:cNvGrpSpPr/>
          <p:nvPr/>
        </p:nvGrpSpPr>
        <p:grpSpPr>
          <a:xfrm>
            <a:off x="3848100" y="1961033"/>
            <a:ext cx="4495800" cy="2935940"/>
            <a:chOff x="824753" y="1143001"/>
            <a:chExt cx="7467600" cy="2935940"/>
          </a:xfrm>
        </p:grpSpPr>
        <p:sp>
          <p:nvSpPr>
            <p:cNvPr id="4" name="矩形: 圓角 3">
              <a:extLst>
                <a:ext uri="{FF2B5EF4-FFF2-40B4-BE49-F238E27FC236}">
                  <a16:creationId xmlns:a16="http://schemas.microsoft.com/office/drawing/2014/main" id="{B1F44F4D-197B-DB93-1208-69E10A35BAE6}"/>
                </a:ext>
              </a:extLst>
            </p:cNvPr>
            <p:cNvSpPr/>
            <p:nvPr/>
          </p:nvSpPr>
          <p:spPr>
            <a:xfrm>
              <a:off x="824753" y="1143001"/>
              <a:ext cx="7467600" cy="2935940"/>
            </a:xfrm>
            <a:prstGeom prst="roundRect">
              <a:avLst/>
            </a:prstGeom>
            <a:solidFill>
              <a:schemeClr val="dk1">
                <a:alpha val="90000"/>
              </a:schemeClr>
            </a:solidFill>
            <a:ln w="508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51" dirty="0"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</a:endParaRPr>
            </a:p>
          </p:txBody>
        </p:sp>
        <p:cxnSp>
          <p:nvCxnSpPr>
            <p:cNvPr id="11" name="直線接點 10">
              <a:extLst>
                <a:ext uri="{FF2B5EF4-FFF2-40B4-BE49-F238E27FC236}">
                  <a16:creationId xmlns:a16="http://schemas.microsoft.com/office/drawing/2014/main" id="{BEFBFE6B-369C-1BB2-9083-1BB7D91BFEED}"/>
                </a:ext>
              </a:extLst>
            </p:cNvPr>
            <p:cNvCxnSpPr/>
            <p:nvPr/>
          </p:nvCxnSpPr>
          <p:spPr>
            <a:xfrm>
              <a:off x="824753" y="1766047"/>
              <a:ext cx="7467600" cy="0"/>
            </a:xfrm>
            <a:prstGeom prst="line">
              <a:avLst/>
            </a:prstGeom>
            <a:ln w="508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80718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0000">
              <a:srgbClr val="97A5C0"/>
            </a:gs>
            <a:gs pos="53000">
              <a:srgbClr val="DDAB77"/>
            </a:gs>
            <a:gs pos="78000">
              <a:srgbClr val="AAB8AB"/>
            </a:gs>
            <a:gs pos="100000">
              <a:srgbClr val="728A7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A2D87B4E-05D5-C18F-D7D7-190D592F6AF7}"/>
              </a:ext>
            </a:extLst>
          </p:cNvPr>
          <p:cNvGrpSpPr/>
          <p:nvPr/>
        </p:nvGrpSpPr>
        <p:grpSpPr>
          <a:xfrm>
            <a:off x="2347628" y="2933700"/>
            <a:ext cx="7496744" cy="990600"/>
            <a:chOff x="2447365" y="2822762"/>
            <a:chExt cx="7496744" cy="990600"/>
          </a:xfrm>
        </p:grpSpPr>
        <p:grpSp>
          <p:nvGrpSpPr>
            <p:cNvPr id="5" name="群組 4">
              <a:extLst>
                <a:ext uri="{FF2B5EF4-FFF2-40B4-BE49-F238E27FC236}">
                  <a16:creationId xmlns:a16="http://schemas.microsoft.com/office/drawing/2014/main" id="{24FE6297-8C41-1BAA-7F7C-D6B8961D6C33}"/>
                </a:ext>
              </a:extLst>
            </p:cNvPr>
            <p:cNvGrpSpPr/>
            <p:nvPr/>
          </p:nvGrpSpPr>
          <p:grpSpPr>
            <a:xfrm>
              <a:off x="2447365" y="2822762"/>
              <a:ext cx="744072" cy="990600"/>
              <a:chOff x="1461246" y="2447365"/>
              <a:chExt cx="744072" cy="990600"/>
            </a:xfrm>
            <a:effectLst>
              <a:reflection blurRad="6350" stA="50000" endA="300" endPos="55000" dir="5400000" sy="-100000" algn="bl" rotWithShape="0"/>
            </a:effectLst>
            <a:scene3d>
              <a:camera prst="obliqueBottomRight"/>
              <a:lightRig rig="threePt" dir="t"/>
            </a:scene3d>
          </p:grpSpPr>
          <p:sp>
            <p:nvSpPr>
              <p:cNvPr id="4" name="矩形: 圓角 3">
                <a:extLst>
                  <a:ext uri="{FF2B5EF4-FFF2-40B4-BE49-F238E27FC236}">
                    <a16:creationId xmlns:a16="http://schemas.microsoft.com/office/drawing/2014/main" id="{791BFC97-E2A3-A660-2831-435EEA517433}"/>
                  </a:ext>
                </a:extLst>
              </p:cNvPr>
              <p:cNvSpPr/>
              <p:nvPr/>
            </p:nvSpPr>
            <p:spPr>
              <a:xfrm>
                <a:off x="1461246" y="2447365"/>
                <a:ext cx="744072" cy="99060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982D89B7-7A5E-B875-BDFF-184AA125419A}"/>
                  </a:ext>
                </a:extLst>
              </p:cNvPr>
              <p:cNvSpPr txBox="1"/>
              <p:nvPr/>
            </p:nvSpPr>
            <p:spPr>
              <a:xfrm>
                <a:off x="1461246" y="2557944"/>
                <a:ext cx="744072" cy="769441"/>
              </a:xfrm>
              <a:prstGeom prst="rect">
                <a:avLst/>
              </a:prstGeom>
              <a:noFill/>
              <a:effectLst/>
              <a:sp3d>
                <a:bevelT/>
              </a:sp3d>
            </p:spPr>
            <p:txBody>
              <a:bodyPr wrap="square" rtlCol="0">
                <a:spAutoFit/>
                <a:sp3d/>
              </a:bodyPr>
              <a:lstStyle/>
              <a:p>
                <a:pPr algn="ctr"/>
                <a:r>
                  <a:rPr lang="zh-TW" altLang="en-US" sz="4400" b="1" dirty="0">
                    <a:ln>
                      <a:solidFill>
                        <a:schemeClr val="tx1"/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jf open 粉圓 1.1" panose="020F0500000000000000" pitchFamily="34" charset="-120"/>
                    <a:ea typeface="jf open 粉圓 1.1" panose="020F0500000000000000" pitchFamily="34" charset="-120"/>
                  </a:rPr>
                  <a:t>東</a:t>
                </a:r>
                <a:endParaRPr lang="zh-TW" altLang="en-US" sz="4400" b="1" dirty="0">
                  <a:ln>
                    <a:solidFill>
                      <a:schemeClr val="tx1"/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jf open 粉圓 1.1" panose="020F0500000000000000" pitchFamily="34" charset="-120"/>
                  <a:ea typeface="jf open 粉圓 1.1" panose="020F0500000000000000" pitchFamily="34" charset="-120"/>
                </a:endParaRPr>
              </a:p>
            </p:txBody>
          </p:sp>
        </p:grpSp>
        <p:grpSp>
          <p:nvGrpSpPr>
            <p:cNvPr id="6" name="群組 5">
              <a:extLst>
                <a:ext uri="{FF2B5EF4-FFF2-40B4-BE49-F238E27FC236}">
                  <a16:creationId xmlns:a16="http://schemas.microsoft.com/office/drawing/2014/main" id="{74D51BDA-7E63-75FC-6580-01FB759C1637}"/>
                </a:ext>
              </a:extLst>
            </p:cNvPr>
            <p:cNvGrpSpPr/>
            <p:nvPr/>
          </p:nvGrpSpPr>
          <p:grpSpPr>
            <a:xfrm>
              <a:off x="3574677" y="2822762"/>
              <a:ext cx="744072" cy="990600"/>
              <a:chOff x="1461246" y="2447365"/>
              <a:chExt cx="744072" cy="990600"/>
            </a:xfrm>
            <a:effectLst>
              <a:reflection blurRad="6350" stA="50000" endA="300" endPos="55000" dir="5400000" sy="-100000" algn="bl" rotWithShape="0"/>
            </a:effectLst>
            <a:scene3d>
              <a:camera prst="obliqueBottomRight"/>
              <a:lightRig rig="threePt" dir="t"/>
            </a:scene3d>
          </p:grpSpPr>
          <p:sp>
            <p:nvSpPr>
              <p:cNvPr id="7" name="矩形: 圓角 6">
                <a:extLst>
                  <a:ext uri="{FF2B5EF4-FFF2-40B4-BE49-F238E27FC236}">
                    <a16:creationId xmlns:a16="http://schemas.microsoft.com/office/drawing/2014/main" id="{56036BA0-F3E0-A42C-B01F-C2156459692A}"/>
                  </a:ext>
                </a:extLst>
              </p:cNvPr>
              <p:cNvSpPr/>
              <p:nvPr/>
            </p:nvSpPr>
            <p:spPr>
              <a:xfrm>
                <a:off x="1461246" y="2447365"/>
                <a:ext cx="744072" cy="99060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2BABBC21-22D7-E125-DA5A-BD807C2E6001}"/>
                  </a:ext>
                </a:extLst>
              </p:cNvPr>
              <p:cNvSpPr txBox="1"/>
              <p:nvPr/>
            </p:nvSpPr>
            <p:spPr>
              <a:xfrm>
                <a:off x="1461246" y="2557944"/>
                <a:ext cx="744072" cy="769441"/>
              </a:xfrm>
              <a:prstGeom prst="rect">
                <a:avLst/>
              </a:prstGeom>
              <a:noFill/>
              <a:effectLst/>
              <a:sp3d>
                <a:bevelT/>
              </a:sp3d>
            </p:spPr>
            <p:txBody>
              <a:bodyPr wrap="square" rtlCol="0">
                <a:spAutoFit/>
                <a:sp3d/>
              </a:bodyPr>
              <a:lstStyle/>
              <a:p>
                <a:pPr algn="ctr"/>
                <a:r>
                  <a:rPr lang="zh-TW" altLang="en-US" sz="4400" b="1" dirty="0">
                    <a:ln>
                      <a:solidFill>
                        <a:schemeClr val="tx1"/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jf open 粉圓 1.1" panose="020F0500000000000000" pitchFamily="34" charset="-120"/>
                    <a:ea typeface="jf open 粉圓 1.1" panose="020F0500000000000000" pitchFamily="34" charset="-120"/>
                  </a:rPr>
                  <a:t>南</a:t>
                </a:r>
              </a:p>
            </p:txBody>
          </p:sp>
        </p:grpSp>
        <p:grpSp>
          <p:nvGrpSpPr>
            <p:cNvPr id="9" name="群組 8">
              <a:extLst>
                <a:ext uri="{FF2B5EF4-FFF2-40B4-BE49-F238E27FC236}">
                  <a16:creationId xmlns:a16="http://schemas.microsoft.com/office/drawing/2014/main" id="{9FC21C98-45E8-8FC7-ADFC-E226803B6158}"/>
                </a:ext>
              </a:extLst>
            </p:cNvPr>
            <p:cNvGrpSpPr/>
            <p:nvPr/>
          </p:nvGrpSpPr>
          <p:grpSpPr>
            <a:xfrm>
              <a:off x="4699749" y="2822762"/>
              <a:ext cx="744072" cy="990600"/>
              <a:chOff x="1461246" y="2447365"/>
              <a:chExt cx="744072" cy="990600"/>
            </a:xfrm>
            <a:effectLst>
              <a:reflection blurRad="6350" stA="50000" endA="300" endPos="55000" dir="5400000" sy="-100000" algn="bl" rotWithShape="0"/>
            </a:effectLst>
            <a:scene3d>
              <a:camera prst="obliqueBottomRight"/>
              <a:lightRig rig="threePt" dir="t"/>
            </a:scene3d>
          </p:grpSpPr>
          <p:sp>
            <p:nvSpPr>
              <p:cNvPr id="10" name="矩形: 圓角 9">
                <a:extLst>
                  <a:ext uri="{FF2B5EF4-FFF2-40B4-BE49-F238E27FC236}">
                    <a16:creationId xmlns:a16="http://schemas.microsoft.com/office/drawing/2014/main" id="{BF0E8622-E436-7347-711B-F54501DABCDB}"/>
                  </a:ext>
                </a:extLst>
              </p:cNvPr>
              <p:cNvSpPr/>
              <p:nvPr/>
            </p:nvSpPr>
            <p:spPr>
              <a:xfrm>
                <a:off x="1461246" y="2447365"/>
                <a:ext cx="744072" cy="99060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74CC5065-3753-3BCF-4586-C117FE166167}"/>
                  </a:ext>
                </a:extLst>
              </p:cNvPr>
              <p:cNvSpPr txBox="1"/>
              <p:nvPr/>
            </p:nvSpPr>
            <p:spPr>
              <a:xfrm>
                <a:off x="1461246" y="2557944"/>
                <a:ext cx="744072" cy="769441"/>
              </a:xfrm>
              <a:prstGeom prst="rect">
                <a:avLst/>
              </a:prstGeom>
              <a:noFill/>
              <a:effectLst/>
              <a:sp3d>
                <a:bevelT/>
              </a:sp3d>
            </p:spPr>
            <p:txBody>
              <a:bodyPr wrap="square" rtlCol="0">
                <a:spAutoFit/>
                <a:sp3d/>
              </a:bodyPr>
              <a:lstStyle/>
              <a:p>
                <a:pPr algn="ctr"/>
                <a:r>
                  <a:rPr lang="zh-TW" altLang="en-US" sz="4400" b="1" dirty="0">
                    <a:ln>
                      <a:solidFill>
                        <a:schemeClr val="tx1"/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jf open 粉圓 1.1" panose="020F0500000000000000" pitchFamily="34" charset="-120"/>
                    <a:ea typeface="jf open 粉圓 1.1" panose="020F0500000000000000" pitchFamily="34" charset="-120"/>
                  </a:rPr>
                  <a:t>西</a:t>
                </a:r>
              </a:p>
            </p:txBody>
          </p:sp>
        </p:grpSp>
        <p:grpSp>
          <p:nvGrpSpPr>
            <p:cNvPr id="12" name="群組 11">
              <a:extLst>
                <a:ext uri="{FF2B5EF4-FFF2-40B4-BE49-F238E27FC236}">
                  <a16:creationId xmlns:a16="http://schemas.microsoft.com/office/drawing/2014/main" id="{38AF5472-046E-3D66-ABA6-7BABCE5CCC72}"/>
                </a:ext>
              </a:extLst>
            </p:cNvPr>
            <p:cNvGrpSpPr/>
            <p:nvPr/>
          </p:nvGrpSpPr>
          <p:grpSpPr>
            <a:xfrm>
              <a:off x="5824821" y="2822762"/>
              <a:ext cx="744072" cy="990600"/>
              <a:chOff x="1461246" y="2447365"/>
              <a:chExt cx="744072" cy="990600"/>
            </a:xfrm>
            <a:effectLst>
              <a:reflection blurRad="6350" stA="50000" endA="300" endPos="55000" dir="5400000" sy="-100000" algn="bl" rotWithShape="0"/>
            </a:effectLst>
            <a:scene3d>
              <a:camera prst="obliqueBottomRight"/>
              <a:lightRig rig="threePt" dir="t"/>
            </a:scene3d>
          </p:grpSpPr>
          <p:sp>
            <p:nvSpPr>
              <p:cNvPr id="13" name="矩形: 圓角 12">
                <a:extLst>
                  <a:ext uri="{FF2B5EF4-FFF2-40B4-BE49-F238E27FC236}">
                    <a16:creationId xmlns:a16="http://schemas.microsoft.com/office/drawing/2014/main" id="{929DE869-FCFA-4700-8D40-37C43448600C}"/>
                  </a:ext>
                </a:extLst>
              </p:cNvPr>
              <p:cNvSpPr/>
              <p:nvPr/>
            </p:nvSpPr>
            <p:spPr>
              <a:xfrm>
                <a:off x="1461246" y="2447365"/>
                <a:ext cx="744072" cy="99060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93D5B05A-9821-A859-A0E4-84561115AC80}"/>
                  </a:ext>
                </a:extLst>
              </p:cNvPr>
              <p:cNvSpPr txBox="1"/>
              <p:nvPr/>
            </p:nvSpPr>
            <p:spPr>
              <a:xfrm>
                <a:off x="1461246" y="2557944"/>
                <a:ext cx="744072" cy="769441"/>
              </a:xfrm>
              <a:prstGeom prst="rect">
                <a:avLst/>
              </a:prstGeom>
              <a:noFill/>
              <a:effectLst/>
              <a:sp3d>
                <a:bevelT/>
              </a:sp3d>
            </p:spPr>
            <p:txBody>
              <a:bodyPr wrap="square" rtlCol="0">
                <a:spAutoFit/>
                <a:sp3d/>
              </a:bodyPr>
              <a:lstStyle/>
              <a:p>
                <a:pPr algn="ctr"/>
                <a:r>
                  <a:rPr lang="zh-TW" altLang="en-US" sz="4400" b="1" dirty="0">
                    <a:ln>
                      <a:solidFill>
                        <a:schemeClr val="tx1"/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jf open 粉圓 1.1" panose="020F0500000000000000" pitchFamily="34" charset="-120"/>
                    <a:ea typeface="jf open 粉圓 1.1" panose="020F0500000000000000" pitchFamily="34" charset="-120"/>
                  </a:rPr>
                  <a:t>北</a:t>
                </a:r>
              </a:p>
            </p:txBody>
          </p:sp>
        </p:grpSp>
        <p:grpSp>
          <p:nvGrpSpPr>
            <p:cNvPr id="15" name="群組 14">
              <a:extLst>
                <a:ext uri="{FF2B5EF4-FFF2-40B4-BE49-F238E27FC236}">
                  <a16:creationId xmlns:a16="http://schemas.microsoft.com/office/drawing/2014/main" id="{DD7EB100-962A-D027-FA88-9FC6832F8C37}"/>
                </a:ext>
              </a:extLst>
            </p:cNvPr>
            <p:cNvGrpSpPr/>
            <p:nvPr/>
          </p:nvGrpSpPr>
          <p:grpSpPr>
            <a:xfrm>
              <a:off x="6949893" y="2822762"/>
              <a:ext cx="744072" cy="990600"/>
              <a:chOff x="1461246" y="2447365"/>
              <a:chExt cx="744072" cy="990600"/>
            </a:xfrm>
            <a:effectLst>
              <a:reflection blurRad="6350" stA="50000" endA="300" endPos="55000" dir="5400000" sy="-100000" algn="bl" rotWithShape="0"/>
            </a:effectLst>
            <a:scene3d>
              <a:camera prst="obliqueBottomRight"/>
              <a:lightRig rig="threePt" dir="t"/>
            </a:scene3d>
          </p:grpSpPr>
          <p:sp>
            <p:nvSpPr>
              <p:cNvPr id="16" name="矩形: 圓角 15">
                <a:extLst>
                  <a:ext uri="{FF2B5EF4-FFF2-40B4-BE49-F238E27FC236}">
                    <a16:creationId xmlns:a16="http://schemas.microsoft.com/office/drawing/2014/main" id="{50709D0F-974D-3F80-3F39-154135306AE6}"/>
                  </a:ext>
                </a:extLst>
              </p:cNvPr>
              <p:cNvSpPr/>
              <p:nvPr/>
            </p:nvSpPr>
            <p:spPr>
              <a:xfrm>
                <a:off x="1461246" y="2447365"/>
                <a:ext cx="744072" cy="99060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76E304D8-6F89-2797-FE58-9D9595CD9067}"/>
                  </a:ext>
                </a:extLst>
              </p:cNvPr>
              <p:cNvSpPr txBox="1"/>
              <p:nvPr/>
            </p:nvSpPr>
            <p:spPr>
              <a:xfrm>
                <a:off x="1461246" y="2557944"/>
                <a:ext cx="744072" cy="769441"/>
              </a:xfrm>
              <a:prstGeom prst="rect">
                <a:avLst/>
              </a:prstGeom>
              <a:noFill/>
              <a:effectLst/>
              <a:sp3d>
                <a:bevelT/>
              </a:sp3d>
            </p:spPr>
            <p:txBody>
              <a:bodyPr wrap="square" rtlCol="0">
                <a:spAutoFit/>
                <a:sp3d/>
              </a:bodyPr>
              <a:lstStyle/>
              <a:p>
                <a:pPr algn="ctr"/>
                <a:r>
                  <a:rPr lang="zh-TW" altLang="en-US" sz="4400" b="1" dirty="0">
                    <a:ln>
                      <a:solidFill>
                        <a:schemeClr val="tx1"/>
                      </a:solidFill>
                    </a:ln>
                    <a:solidFill>
                      <a:srgbClr val="FF0000"/>
                    </a:solidFill>
                    <a:effectLst/>
                    <a:latin typeface="jf open 粉圓 1.1" panose="020F0500000000000000" pitchFamily="34" charset="-120"/>
                    <a:ea typeface="jf open 粉圓 1.1" panose="020F0500000000000000" pitchFamily="34" charset="-120"/>
                  </a:rPr>
                  <a:t>中</a:t>
                </a:r>
              </a:p>
            </p:txBody>
          </p:sp>
        </p:grpSp>
        <p:grpSp>
          <p:nvGrpSpPr>
            <p:cNvPr id="18" name="群組 17">
              <a:extLst>
                <a:ext uri="{FF2B5EF4-FFF2-40B4-BE49-F238E27FC236}">
                  <a16:creationId xmlns:a16="http://schemas.microsoft.com/office/drawing/2014/main" id="{D5510895-300C-C499-DEC4-E5F9F29EB45B}"/>
                </a:ext>
              </a:extLst>
            </p:cNvPr>
            <p:cNvGrpSpPr/>
            <p:nvPr/>
          </p:nvGrpSpPr>
          <p:grpSpPr>
            <a:xfrm>
              <a:off x="8074965" y="2822762"/>
              <a:ext cx="744072" cy="990600"/>
              <a:chOff x="1461246" y="2447365"/>
              <a:chExt cx="744072" cy="990600"/>
            </a:xfrm>
            <a:effectLst>
              <a:reflection blurRad="6350" stA="50000" endA="300" endPos="55000" dir="5400000" sy="-100000" algn="bl" rotWithShape="0"/>
            </a:effectLst>
            <a:scene3d>
              <a:camera prst="obliqueBottomRight"/>
              <a:lightRig rig="threePt" dir="t"/>
            </a:scene3d>
          </p:grpSpPr>
          <p:sp>
            <p:nvSpPr>
              <p:cNvPr id="19" name="矩形: 圓角 18">
                <a:extLst>
                  <a:ext uri="{FF2B5EF4-FFF2-40B4-BE49-F238E27FC236}">
                    <a16:creationId xmlns:a16="http://schemas.microsoft.com/office/drawing/2014/main" id="{23CEBD14-E28C-11B6-28CA-EDBB1104C8F5}"/>
                  </a:ext>
                </a:extLst>
              </p:cNvPr>
              <p:cNvSpPr/>
              <p:nvPr/>
            </p:nvSpPr>
            <p:spPr>
              <a:xfrm>
                <a:off x="1461246" y="2447365"/>
                <a:ext cx="744072" cy="99060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9C30B80C-AA8C-2CC7-8D4B-6B79FA807C55}"/>
                  </a:ext>
                </a:extLst>
              </p:cNvPr>
              <p:cNvSpPr txBox="1"/>
              <p:nvPr/>
            </p:nvSpPr>
            <p:spPr>
              <a:xfrm>
                <a:off x="1461246" y="2557944"/>
                <a:ext cx="744072" cy="769441"/>
              </a:xfrm>
              <a:prstGeom prst="rect">
                <a:avLst/>
              </a:prstGeom>
              <a:noFill/>
              <a:effectLst/>
              <a:sp3d>
                <a:bevelT/>
              </a:sp3d>
            </p:spPr>
            <p:txBody>
              <a:bodyPr wrap="square" rtlCol="0">
                <a:spAutoFit/>
                <a:sp3d/>
              </a:bodyPr>
              <a:lstStyle/>
              <a:p>
                <a:pPr algn="ctr"/>
                <a:r>
                  <a:rPr lang="zh-TW" altLang="en-US" sz="4400" b="1" dirty="0">
                    <a:ln>
                      <a:solidFill>
                        <a:schemeClr val="tx1"/>
                      </a:solidFill>
                    </a:ln>
                    <a:solidFill>
                      <a:schemeClr val="accent6">
                        <a:lumMod val="75000"/>
                      </a:schemeClr>
                    </a:solidFill>
                    <a:effectLst/>
                    <a:latin typeface="jf open 粉圓 1.1" panose="020F0500000000000000" pitchFamily="34" charset="-120"/>
                    <a:ea typeface="jf open 粉圓 1.1" panose="020F0500000000000000" pitchFamily="34" charset="-120"/>
                  </a:rPr>
                  <a:t>發</a:t>
                </a:r>
              </a:p>
            </p:txBody>
          </p:sp>
        </p:grpSp>
        <p:sp>
          <p:nvSpPr>
            <p:cNvPr id="22" name="矩形: 圓角 21">
              <a:extLst>
                <a:ext uri="{FF2B5EF4-FFF2-40B4-BE49-F238E27FC236}">
                  <a16:creationId xmlns:a16="http://schemas.microsoft.com/office/drawing/2014/main" id="{3600B87D-ADE7-D0B4-1B14-8A4E89704ADC}"/>
                </a:ext>
              </a:extLst>
            </p:cNvPr>
            <p:cNvSpPr/>
            <p:nvPr/>
          </p:nvSpPr>
          <p:spPr>
            <a:xfrm>
              <a:off x="9200037" y="2822762"/>
              <a:ext cx="744072" cy="9906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effectLst>
              <a:reflection blurRad="6350" stA="50000" endA="300" endPos="55000" dir="5400000" sy="-100000" algn="bl" rotWithShape="0"/>
            </a:effectLst>
            <a:scene3d>
              <a:camera prst="obliqueBottomRigh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6925501C-12C4-BC1F-30CE-201014727669}"/>
                </a:ext>
              </a:extLst>
            </p:cNvPr>
            <p:cNvSpPr/>
            <p:nvPr/>
          </p:nvSpPr>
          <p:spPr>
            <a:xfrm>
              <a:off x="9307688" y="2983548"/>
              <a:ext cx="528769" cy="669025"/>
            </a:xfrm>
            <a:prstGeom prst="rect">
              <a:avLst/>
            </a:prstGeom>
            <a:blipFill dpi="0"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E0EF4C16-CE3D-D551-0573-5B635C89F105}"/>
                </a:ext>
              </a:extLst>
            </p:cNvPr>
            <p:cNvSpPr/>
            <p:nvPr/>
          </p:nvSpPr>
          <p:spPr>
            <a:xfrm>
              <a:off x="9384770" y="3081076"/>
              <a:ext cx="374603" cy="47396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89851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2000">
              <a:srgbClr val="2A4C65"/>
            </a:gs>
            <a:gs pos="100000">
              <a:schemeClr val="bg1">
                <a:lumMod val="9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A2D87B4E-05D5-C18F-D7D7-190D592F6AF7}"/>
              </a:ext>
            </a:extLst>
          </p:cNvPr>
          <p:cNvGrpSpPr/>
          <p:nvPr/>
        </p:nvGrpSpPr>
        <p:grpSpPr>
          <a:xfrm>
            <a:off x="2347628" y="2933700"/>
            <a:ext cx="7496744" cy="990600"/>
            <a:chOff x="2447365" y="2822762"/>
            <a:chExt cx="7496744" cy="990600"/>
          </a:xfrm>
        </p:grpSpPr>
        <p:grpSp>
          <p:nvGrpSpPr>
            <p:cNvPr id="5" name="群組 4">
              <a:extLst>
                <a:ext uri="{FF2B5EF4-FFF2-40B4-BE49-F238E27FC236}">
                  <a16:creationId xmlns:a16="http://schemas.microsoft.com/office/drawing/2014/main" id="{24FE6297-8C41-1BAA-7F7C-D6B8961D6C33}"/>
                </a:ext>
              </a:extLst>
            </p:cNvPr>
            <p:cNvGrpSpPr/>
            <p:nvPr/>
          </p:nvGrpSpPr>
          <p:grpSpPr>
            <a:xfrm>
              <a:off x="2447365" y="2822762"/>
              <a:ext cx="744072" cy="990600"/>
              <a:chOff x="1461246" y="2447365"/>
              <a:chExt cx="744072" cy="990600"/>
            </a:xfrm>
            <a:effectLst>
              <a:reflection blurRad="6350" stA="50000" endA="300" endPos="55000" dir="5400000" sy="-100000" algn="bl" rotWithShape="0"/>
            </a:effectLst>
            <a:scene3d>
              <a:camera prst="obliqueBottomRight"/>
              <a:lightRig rig="threePt" dir="t"/>
            </a:scene3d>
          </p:grpSpPr>
          <p:sp>
            <p:nvSpPr>
              <p:cNvPr id="4" name="矩形: 圓角 3">
                <a:extLst>
                  <a:ext uri="{FF2B5EF4-FFF2-40B4-BE49-F238E27FC236}">
                    <a16:creationId xmlns:a16="http://schemas.microsoft.com/office/drawing/2014/main" id="{791BFC97-E2A3-A660-2831-435EEA517433}"/>
                  </a:ext>
                </a:extLst>
              </p:cNvPr>
              <p:cNvSpPr/>
              <p:nvPr/>
            </p:nvSpPr>
            <p:spPr>
              <a:xfrm>
                <a:off x="1461246" y="2447365"/>
                <a:ext cx="744072" cy="99060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982D89B7-7A5E-B875-BDFF-184AA125419A}"/>
                  </a:ext>
                </a:extLst>
              </p:cNvPr>
              <p:cNvSpPr txBox="1"/>
              <p:nvPr/>
            </p:nvSpPr>
            <p:spPr>
              <a:xfrm>
                <a:off x="1461246" y="2557944"/>
                <a:ext cx="744072" cy="769441"/>
              </a:xfrm>
              <a:prstGeom prst="rect">
                <a:avLst/>
              </a:prstGeom>
              <a:noFill/>
              <a:effectLst/>
              <a:sp3d>
                <a:bevelT/>
              </a:sp3d>
            </p:spPr>
            <p:txBody>
              <a:bodyPr wrap="square" rtlCol="0">
                <a:spAutoFit/>
                <a:sp3d/>
              </a:bodyPr>
              <a:lstStyle/>
              <a:p>
                <a:pPr algn="ctr"/>
                <a:r>
                  <a:rPr lang="zh-TW" altLang="en-US" sz="4400" b="1" dirty="0">
                    <a:ln>
                      <a:solidFill>
                        <a:schemeClr val="tx1"/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jf open 粉圓 1.1" panose="020F0500000000000000" pitchFamily="34" charset="-120"/>
                    <a:ea typeface="jf open 粉圓 1.1" panose="020F0500000000000000" pitchFamily="34" charset="-120"/>
                  </a:rPr>
                  <a:t>東</a:t>
                </a:r>
                <a:endParaRPr lang="zh-TW" altLang="en-US" sz="4400" b="1" dirty="0">
                  <a:ln>
                    <a:solidFill>
                      <a:schemeClr val="tx1"/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jf open 粉圓 1.1" panose="020F0500000000000000" pitchFamily="34" charset="-120"/>
                  <a:ea typeface="jf open 粉圓 1.1" panose="020F0500000000000000" pitchFamily="34" charset="-120"/>
                </a:endParaRPr>
              </a:p>
            </p:txBody>
          </p:sp>
        </p:grpSp>
        <p:grpSp>
          <p:nvGrpSpPr>
            <p:cNvPr id="6" name="群組 5">
              <a:extLst>
                <a:ext uri="{FF2B5EF4-FFF2-40B4-BE49-F238E27FC236}">
                  <a16:creationId xmlns:a16="http://schemas.microsoft.com/office/drawing/2014/main" id="{74D51BDA-7E63-75FC-6580-01FB759C1637}"/>
                </a:ext>
              </a:extLst>
            </p:cNvPr>
            <p:cNvGrpSpPr/>
            <p:nvPr/>
          </p:nvGrpSpPr>
          <p:grpSpPr>
            <a:xfrm>
              <a:off x="3574677" y="2822762"/>
              <a:ext cx="744072" cy="990600"/>
              <a:chOff x="1461246" y="2447365"/>
              <a:chExt cx="744072" cy="990600"/>
            </a:xfrm>
            <a:effectLst>
              <a:reflection blurRad="6350" stA="50000" endA="300" endPos="55000" dir="5400000" sy="-100000" algn="bl" rotWithShape="0"/>
            </a:effectLst>
            <a:scene3d>
              <a:camera prst="obliqueBottomRight"/>
              <a:lightRig rig="threePt" dir="t"/>
            </a:scene3d>
          </p:grpSpPr>
          <p:sp>
            <p:nvSpPr>
              <p:cNvPr id="7" name="矩形: 圓角 6">
                <a:extLst>
                  <a:ext uri="{FF2B5EF4-FFF2-40B4-BE49-F238E27FC236}">
                    <a16:creationId xmlns:a16="http://schemas.microsoft.com/office/drawing/2014/main" id="{56036BA0-F3E0-A42C-B01F-C2156459692A}"/>
                  </a:ext>
                </a:extLst>
              </p:cNvPr>
              <p:cNvSpPr/>
              <p:nvPr/>
            </p:nvSpPr>
            <p:spPr>
              <a:xfrm>
                <a:off x="1461246" y="2447365"/>
                <a:ext cx="744072" cy="99060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2BABBC21-22D7-E125-DA5A-BD807C2E6001}"/>
                  </a:ext>
                </a:extLst>
              </p:cNvPr>
              <p:cNvSpPr txBox="1"/>
              <p:nvPr/>
            </p:nvSpPr>
            <p:spPr>
              <a:xfrm>
                <a:off x="1461246" y="2557944"/>
                <a:ext cx="744072" cy="769441"/>
              </a:xfrm>
              <a:prstGeom prst="rect">
                <a:avLst/>
              </a:prstGeom>
              <a:noFill/>
              <a:effectLst/>
              <a:sp3d>
                <a:bevelT/>
              </a:sp3d>
            </p:spPr>
            <p:txBody>
              <a:bodyPr wrap="square" rtlCol="0">
                <a:spAutoFit/>
                <a:sp3d/>
              </a:bodyPr>
              <a:lstStyle/>
              <a:p>
                <a:pPr algn="ctr"/>
                <a:r>
                  <a:rPr lang="zh-TW" altLang="en-US" sz="4400" b="1" dirty="0">
                    <a:ln>
                      <a:solidFill>
                        <a:schemeClr val="tx1"/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jf open 粉圓 1.1" panose="020F0500000000000000" pitchFamily="34" charset="-120"/>
                    <a:ea typeface="jf open 粉圓 1.1" panose="020F0500000000000000" pitchFamily="34" charset="-120"/>
                  </a:rPr>
                  <a:t>南</a:t>
                </a:r>
              </a:p>
            </p:txBody>
          </p:sp>
        </p:grpSp>
        <p:grpSp>
          <p:nvGrpSpPr>
            <p:cNvPr id="9" name="群組 8">
              <a:extLst>
                <a:ext uri="{FF2B5EF4-FFF2-40B4-BE49-F238E27FC236}">
                  <a16:creationId xmlns:a16="http://schemas.microsoft.com/office/drawing/2014/main" id="{9FC21C98-45E8-8FC7-ADFC-E226803B6158}"/>
                </a:ext>
              </a:extLst>
            </p:cNvPr>
            <p:cNvGrpSpPr/>
            <p:nvPr/>
          </p:nvGrpSpPr>
          <p:grpSpPr>
            <a:xfrm>
              <a:off x="4699749" y="2822762"/>
              <a:ext cx="744072" cy="990600"/>
              <a:chOff x="1461246" y="2447365"/>
              <a:chExt cx="744072" cy="990600"/>
            </a:xfrm>
            <a:effectLst>
              <a:reflection blurRad="6350" stA="50000" endA="300" endPos="55000" dir="5400000" sy="-100000" algn="bl" rotWithShape="0"/>
            </a:effectLst>
            <a:scene3d>
              <a:camera prst="obliqueBottomRight"/>
              <a:lightRig rig="threePt" dir="t"/>
            </a:scene3d>
          </p:grpSpPr>
          <p:sp>
            <p:nvSpPr>
              <p:cNvPr id="10" name="矩形: 圓角 9">
                <a:extLst>
                  <a:ext uri="{FF2B5EF4-FFF2-40B4-BE49-F238E27FC236}">
                    <a16:creationId xmlns:a16="http://schemas.microsoft.com/office/drawing/2014/main" id="{BF0E8622-E436-7347-711B-F54501DABCDB}"/>
                  </a:ext>
                </a:extLst>
              </p:cNvPr>
              <p:cNvSpPr/>
              <p:nvPr/>
            </p:nvSpPr>
            <p:spPr>
              <a:xfrm>
                <a:off x="1461246" y="2447365"/>
                <a:ext cx="744072" cy="99060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74CC5065-3753-3BCF-4586-C117FE166167}"/>
                  </a:ext>
                </a:extLst>
              </p:cNvPr>
              <p:cNvSpPr txBox="1"/>
              <p:nvPr/>
            </p:nvSpPr>
            <p:spPr>
              <a:xfrm>
                <a:off x="1461246" y="2557944"/>
                <a:ext cx="744072" cy="769441"/>
              </a:xfrm>
              <a:prstGeom prst="rect">
                <a:avLst/>
              </a:prstGeom>
              <a:noFill/>
              <a:effectLst/>
              <a:sp3d>
                <a:bevelT/>
              </a:sp3d>
            </p:spPr>
            <p:txBody>
              <a:bodyPr wrap="square" rtlCol="0">
                <a:spAutoFit/>
                <a:sp3d/>
              </a:bodyPr>
              <a:lstStyle/>
              <a:p>
                <a:pPr algn="ctr"/>
                <a:r>
                  <a:rPr lang="zh-TW" altLang="en-US" sz="4400" b="1" dirty="0">
                    <a:ln>
                      <a:solidFill>
                        <a:schemeClr val="tx1"/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jf open 粉圓 1.1" panose="020F0500000000000000" pitchFamily="34" charset="-120"/>
                    <a:ea typeface="jf open 粉圓 1.1" panose="020F0500000000000000" pitchFamily="34" charset="-120"/>
                  </a:rPr>
                  <a:t>西</a:t>
                </a:r>
              </a:p>
            </p:txBody>
          </p:sp>
        </p:grpSp>
        <p:grpSp>
          <p:nvGrpSpPr>
            <p:cNvPr id="12" name="群組 11">
              <a:extLst>
                <a:ext uri="{FF2B5EF4-FFF2-40B4-BE49-F238E27FC236}">
                  <a16:creationId xmlns:a16="http://schemas.microsoft.com/office/drawing/2014/main" id="{38AF5472-046E-3D66-ABA6-7BABCE5CCC72}"/>
                </a:ext>
              </a:extLst>
            </p:cNvPr>
            <p:cNvGrpSpPr/>
            <p:nvPr/>
          </p:nvGrpSpPr>
          <p:grpSpPr>
            <a:xfrm>
              <a:off x="5824821" y="2822762"/>
              <a:ext cx="744072" cy="990600"/>
              <a:chOff x="1461246" y="2447365"/>
              <a:chExt cx="744072" cy="990600"/>
            </a:xfrm>
            <a:effectLst>
              <a:reflection blurRad="6350" stA="50000" endA="300" endPos="55000" dir="5400000" sy="-100000" algn="bl" rotWithShape="0"/>
            </a:effectLst>
            <a:scene3d>
              <a:camera prst="obliqueBottomRight"/>
              <a:lightRig rig="threePt" dir="t"/>
            </a:scene3d>
          </p:grpSpPr>
          <p:sp>
            <p:nvSpPr>
              <p:cNvPr id="13" name="矩形: 圓角 12">
                <a:extLst>
                  <a:ext uri="{FF2B5EF4-FFF2-40B4-BE49-F238E27FC236}">
                    <a16:creationId xmlns:a16="http://schemas.microsoft.com/office/drawing/2014/main" id="{929DE869-FCFA-4700-8D40-37C43448600C}"/>
                  </a:ext>
                </a:extLst>
              </p:cNvPr>
              <p:cNvSpPr/>
              <p:nvPr/>
            </p:nvSpPr>
            <p:spPr>
              <a:xfrm>
                <a:off x="1461246" y="2447365"/>
                <a:ext cx="744072" cy="99060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93D5B05A-9821-A859-A0E4-84561115AC80}"/>
                  </a:ext>
                </a:extLst>
              </p:cNvPr>
              <p:cNvSpPr txBox="1"/>
              <p:nvPr/>
            </p:nvSpPr>
            <p:spPr>
              <a:xfrm>
                <a:off x="1461246" y="2557944"/>
                <a:ext cx="744072" cy="769441"/>
              </a:xfrm>
              <a:prstGeom prst="rect">
                <a:avLst/>
              </a:prstGeom>
              <a:noFill/>
              <a:effectLst/>
              <a:sp3d>
                <a:bevelT/>
              </a:sp3d>
            </p:spPr>
            <p:txBody>
              <a:bodyPr wrap="square" rtlCol="0">
                <a:spAutoFit/>
                <a:sp3d/>
              </a:bodyPr>
              <a:lstStyle/>
              <a:p>
                <a:pPr algn="ctr"/>
                <a:r>
                  <a:rPr lang="zh-TW" altLang="en-US" sz="4400" b="1" dirty="0">
                    <a:ln>
                      <a:solidFill>
                        <a:schemeClr val="tx1"/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jf open 粉圓 1.1" panose="020F0500000000000000" pitchFamily="34" charset="-120"/>
                    <a:ea typeface="jf open 粉圓 1.1" panose="020F0500000000000000" pitchFamily="34" charset="-120"/>
                  </a:rPr>
                  <a:t>北</a:t>
                </a:r>
              </a:p>
            </p:txBody>
          </p:sp>
        </p:grpSp>
        <p:grpSp>
          <p:nvGrpSpPr>
            <p:cNvPr id="15" name="群組 14">
              <a:extLst>
                <a:ext uri="{FF2B5EF4-FFF2-40B4-BE49-F238E27FC236}">
                  <a16:creationId xmlns:a16="http://schemas.microsoft.com/office/drawing/2014/main" id="{DD7EB100-962A-D027-FA88-9FC6832F8C37}"/>
                </a:ext>
              </a:extLst>
            </p:cNvPr>
            <p:cNvGrpSpPr/>
            <p:nvPr/>
          </p:nvGrpSpPr>
          <p:grpSpPr>
            <a:xfrm>
              <a:off x="6949893" y="2822762"/>
              <a:ext cx="744072" cy="990600"/>
              <a:chOff x="1461246" y="2447365"/>
              <a:chExt cx="744072" cy="990600"/>
            </a:xfrm>
            <a:effectLst>
              <a:reflection blurRad="6350" stA="50000" endA="300" endPos="55000" dir="5400000" sy="-100000" algn="bl" rotWithShape="0"/>
            </a:effectLst>
            <a:scene3d>
              <a:camera prst="obliqueBottomRight"/>
              <a:lightRig rig="threePt" dir="t"/>
            </a:scene3d>
          </p:grpSpPr>
          <p:sp>
            <p:nvSpPr>
              <p:cNvPr id="16" name="矩形: 圓角 15">
                <a:extLst>
                  <a:ext uri="{FF2B5EF4-FFF2-40B4-BE49-F238E27FC236}">
                    <a16:creationId xmlns:a16="http://schemas.microsoft.com/office/drawing/2014/main" id="{50709D0F-974D-3F80-3F39-154135306AE6}"/>
                  </a:ext>
                </a:extLst>
              </p:cNvPr>
              <p:cNvSpPr/>
              <p:nvPr/>
            </p:nvSpPr>
            <p:spPr>
              <a:xfrm>
                <a:off x="1461246" y="2447365"/>
                <a:ext cx="744072" cy="99060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76E304D8-6F89-2797-FE58-9D9595CD9067}"/>
                  </a:ext>
                </a:extLst>
              </p:cNvPr>
              <p:cNvSpPr txBox="1"/>
              <p:nvPr/>
            </p:nvSpPr>
            <p:spPr>
              <a:xfrm>
                <a:off x="1461246" y="2557944"/>
                <a:ext cx="744072" cy="769441"/>
              </a:xfrm>
              <a:prstGeom prst="rect">
                <a:avLst/>
              </a:prstGeom>
              <a:noFill/>
              <a:effectLst/>
              <a:sp3d>
                <a:bevelT/>
              </a:sp3d>
            </p:spPr>
            <p:txBody>
              <a:bodyPr wrap="square" rtlCol="0">
                <a:spAutoFit/>
                <a:sp3d/>
              </a:bodyPr>
              <a:lstStyle/>
              <a:p>
                <a:pPr algn="ctr"/>
                <a:r>
                  <a:rPr lang="zh-TW" altLang="en-US" sz="4400" b="1" dirty="0">
                    <a:ln>
                      <a:solidFill>
                        <a:schemeClr val="tx1"/>
                      </a:solidFill>
                    </a:ln>
                    <a:solidFill>
                      <a:srgbClr val="FF0000"/>
                    </a:solidFill>
                    <a:effectLst/>
                    <a:latin typeface="jf open 粉圓 1.1" panose="020F0500000000000000" pitchFamily="34" charset="-120"/>
                    <a:ea typeface="jf open 粉圓 1.1" panose="020F0500000000000000" pitchFamily="34" charset="-120"/>
                  </a:rPr>
                  <a:t>中</a:t>
                </a:r>
              </a:p>
            </p:txBody>
          </p:sp>
        </p:grpSp>
        <p:grpSp>
          <p:nvGrpSpPr>
            <p:cNvPr id="18" name="群組 17">
              <a:extLst>
                <a:ext uri="{FF2B5EF4-FFF2-40B4-BE49-F238E27FC236}">
                  <a16:creationId xmlns:a16="http://schemas.microsoft.com/office/drawing/2014/main" id="{D5510895-300C-C499-DEC4-E5F9F29EB45B}"/>
                </a:ext>
              </a:extLst>
            </p:cNvPr>
            <p:cNvGrpSpPr/>
            <p:nvPr/>
          </p:nvGrpSpPr>
          <p:grpSpPr>
            <a:xfrm>
              <a:off x="8074965" y="2822762"/>
              <a:ext cx="744072" cy="990600"/>
              <a:chOff x="1461246" y="2447365"/>
              <a:chExt cx="744072" cy="990600"/>
            </a:xfrm>
            <a:effectLst>
              <a:reflection blurRad="6350" stA="50000" endA="300" endPos="55000" dir="5400000" sy="-100000" algn="bl" rotWithShape="0"/>
            </a:effectLst>
            <a:scene3d>
              <a:camera prst="obliqueBottomRight"/>
              <a:lightRig rig="threePt" dir="t"/>
            </a:scene3d>
          </p:grpSpPr>
          <p:sp>
            <p:nvSpPr>
              <p:cNvPr id="19" name="矩形: 圓角 18">
                <a:extLst>
                  <a:ext uri="{FF2B5EF4-FFF2-40B4-BE49-F238E27FC236}">
                    <a16:creationId xmlns:a16="http://schemas.microsoft.com/office/drawing/2014/main" id="{23CEBD14-E28C-11B6-28CA-EDBB1104C8F5}"/>
                  </a:ext>
                </a:extLst>
              </p:cNvPr>
              <p:cNvSpPr/>
              <p:nvPr/>
            </p:nvSpPr>
            <p:spPr>
              <a:xfrm>
                <a:off x="1461246" y="2447365"/>
                <a:ext cx="744072" cy="99060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9C30B80C-AA8C-2CC7-8D4B-6B79FA807C55}"/>
                  </a:ext>
                </a:extLst>
              </p:cNvPr>
              <p:cNvSpPr txBox="1"/>
              <p:nvPr/>
            </p:nvSpPr>
            <p:spPr>
              <a:xfrm>
                <a:off x="1461246" y="2557944"/>
                <a:ext cx="744072" cy="769441"/>
              </a:xfrm>
              <a:prstGeom prst="rect">
                <a:avLst/>
              </a:prstGeom>
              <a:noFill/>
              <a:effectLst/>
              <a:sp3d>
                <a:bevelT/>
              </a:sp3d>
            </p:spPr>
            <p:txBody>
              <a:bodyPr wrap="square" rtlCol="0">
                <a:spAutoFit/>
                <a:sp3d/>
              </a:bodyPr>
              <a:lstStyle/>
              <a:p>
                <a:pPr algn="ctr"/>
                <a:r>
                  <a:rPr lang="zh-TW" altLang="en-US" sz="4400" b="1" dirty="0">
                    <a:ln>
                      <a:solidFill>
                        <a:schemeClr val="tx1"/>
                      </a:solidFill>
                    </a:ln>
                    <a:solidFill>
                      <a:schemeClr val="accent6">
                        <a:lumMod val="75000"/>
                      </a:schemeClr>
                    </a:solidFill>
                    <a:effectLst/>
                    <a:latin typeface="jf open 粉圓 1.1" panose="020F0500000000000000" pitchFamily="34" charset="-120"/>
                    <a:ea typeface="jf open 粉圓 1.1" panose="020F0500000000000000" pitchFamily="34" charset="-120"/>
                  </a:rPr>
                  <a:t>發</a:t>
                </a:r>
              </a:p>
            </p:txBody>
          </p:sp>
        </p:grpSp>
        <p:sp>
          <p:nvSpPr>
            <p:cNvPr id="22" name="矩形: 圓角 21">
              <a:extLst>
                <a:ext uri="{FF2B5EF4-FFF2-40B4-BE49-F238E27FC236}">
                  <a16:creationId xmlns:a16="http://schemas.microsoft.com/office/drawing/2014/main" id="{3600B87D-ADE7-D0B4-1B14-8A4E89704ADC}"/>
                </a:ext>
              </a:extLst>
            </p:cNvPr>
            <p:cNvSpPr/>
            <p:nvPr/>
          </p:nvSpPr>
          <p:spPr>
            <a:xfrm>
              <a:off x="9200037" y="2822762"/>
              <a:ext cx="744072" cy="9906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effectLst>
              <a:reflection blurRad="6350" stA="50000" endA="300" endPos="55000" dir="5400000" sy="-100000" algn="bl" rotWithShape="0"/>
            </a:effectLst>
            <a:scene3d>
              <a:camera prst="obliqueBottomRigh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6925501C-12C4-BC1F-30CE-201014727669}"/>
                </a:ext>
              </a:extLst>
            </p:cNvPr>
            <p:cNvSpPr/>
            <p:nvPr/>
          </p:nvSpPr>
          <p:spPr>
            <a:xfrm>
              <a:off x="9307688" y="2983548"/>
              <a:ext cx="528769" cy="669025"/>
            </a:xfrm>
            <a:prstGeom prst="rect">
              <a:avLst/>
            </a:prstGeom>
            <a:blipFill dpi="0"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E0EF4C16-CE3D-D551-0573-5B635C89F105}"/>
                </a:ext>
              </a:extLst>
            </p:cNvPr>
            <p:cNvSpPr/>
            <p:nvPr/>
          </p:nvSpPr>
          <p:spPr>
            <a:xfrm>
              <a:off x="9384770" y="3081076"/>
              <a:ext cx="374603" cy="47396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81297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80AA172A-E321-31E8-08A3-5455F8973B5A}"/>
              </a:ext>
            </a:extLst>
          </p:cNvPr>
          <p:cNvCxnSpPr>
            <a:cxnSpLocks/>
          </p:cNvCxnSpPr>
          <p:nvPr/>
        </p:nvCxnSpPr>
        <p:spPr>
          <a:xfrm>
            <a:off x="-179294" y="116541"/>
            <a:ext cx="12192000" cy="685800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接點 70">
            <a:extLst>
              <a:ext uri="{FF2B5EF4-FFF2-40B4-BE49-F238E27FC236}">
                <a16:creationId xmlns:a16="http://schemas.microsoft.com/office/drawing/2014/main" id="{C600153D-F2ED-D56E-0DEE-AB9BC7AF45F7}"/>
              </a:ext>
            </a:extLst>
          </p:cNvPr>
          <p:cNvCxnSpPr>
            <a:cxnSpLocks/>
          </p:cNvCxnSpPr>
          <p:nvPr/>
        </p:nvCxnSpPr>
        <p:spPr>
          <a:xfrm>
            <a:off x="-1281952" y="981635"/>
            <a:ext cx="12192000" cy="685800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接點 76">
            <a:extLst>
              <a:ext uri="{FF2B5EF4-FFF2-40B4-BE49-F238E27FC236}">
                <a16:creationId xmlns:a16="http://schemas.microsoft.com/office/drawing/2014/main" id="{7FDC0DA0-196B-7066-C2E2-0CE6EB8D1081}"/>
              </a:ext>
            </a:extLst>
          </p:cNvPr>
          <p:cNvCxnSpPr>
            <a:cxnSpLocks/>
          </p:cNvCxnSpPr>
          <p:nvPr/>
        </p:nvCxnSpPr>
        <p:spPr>
          <a:xfrm>
            <a:off x="-1819834" y="2226609"/>
            <a:ext cx="12192000" cy="685800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>
            <a:extLst>
              <a:ext uri="{FF2B5EF4-FFF2-40B4-BE49-F238E27FC236}">
                <a16:creationId xmlns:a16="http://schemas.microsoft.com/office/drawing/2014/main" id="{C27E70B9-2156-FC00-47ED-7E1467D3D8FB}"/>
              </a:ext>
            </a:extLst>
          </p:cNvPr>
          <p:cNvCxnSpPr>
            <a:cxnSpLocks/>
          </p:cNvCxnSpPr>
          <p:nvPr/>
        </p:nvCxnSpPr>
        <p:spPr>
          <a:xfrm>
            <a:off x="-2922492" y="3116356"/>
            <a:ext cx="12192000" cy="685800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接點 88">
            <a:extLst>
              <a:ext uri="{FF2B5EF4-FFF2-40B4-BE49-F238E27FC236}">
                <a16:creationId xmlns:a16="http://schemas.microsoft.com/office/drawing/2014/main" id="{C693FBE6-7948-C57D-F3E5-FEBBA48CE3A9}"/>
              </a:ext>
            </a:extLst>
          </p:cNvPr>
          <p:cNvCxnSpPr>
            <a:cxnSpLocks/>
          </p:cNvCxnSpPr>
          <p:nvPr/>
        </p:nvCxnSpPr>
        <p:spPr>
          <a:xfrm>
            <a:off x="-3917578" y="4031881"/>
            <a:ext cx="12192000" cy="685800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接點 98">
            <a:extLst>
              <a:ext uri="{FF2B5EF4-FFF2-40B4-BE49-F238E27FC236}">
                <a16:creationId xmlns:a16="http://schemas.microsoft.com/office/drawing/2014/main" id="{3DAA8D60-F509-F2BD-345B-CF71EA49E1D4}"/>
              </a:ext>
            </a:extLst>
          </p:cNvPr>
          <p:cNvCxnSpPr>
            <a:cxnSpLocks/>
          </p:cNvCxnSpPr>
          <p:nvPr/>
        </p:nvCxnSpPr>
        <p:spPr>
          <a:xfrm>
            <a:off x="896470" y="-736725"/>
            <a:ext cx="12192000" cy="685800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接點 106">
            <a:extLst>
              <a:ext uri="{FF2B5EF4-FFF2-40B4-BE49-F238E27FC236}">
                <a16:creationId xmlns:a16="http://schemas.microsoft.com/office/drawing/2014/main" id="{E820063B-7EDE-5DE6-07A7-C2BE3FD89E2A}"/>
              </a:ext>
            </a:extLst>
          </p:cNvPr>
          <p:cNvCxnSpPr>
            <a:cxnSpLocks/>
          </p:cNvCxnSpPr>
          <p:nvPr/>
        </p:nvCxnSpPr>
        <p:spPr>
          <a:xfrm>
            <a:off x="2770092" y="-2670478"/>
            <a:ext cx="12192000" cy="685800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線接點 112">
            <a:extLst>
              <a:ext uri="{FF2B5EF4-FFF2-40B4-BE49-F238E27FC236}">
                <a16:creationId xmlns:a16="http://schemas.microsoft.com/office/drawing/2014/main" id="{1E33AA31-7582-F43C-5ADF-8C5F4A7516E6}"/>
              </a:ext>
            </a:extLst>
          </p:cNvPr>
          <p:cNvCxnSpPr>
            <a:cxnSpLocks/>
          </p:cNvCxnSpPr>
          <p:nvPr/>
        </p:nvCxnSpPr>
        <p:spPr>
          <a:xfrm>
            <a:off x="1667434" y="-1780731"/>
            <a:ext cx="12192000" cy="685800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接點 116">
            <a:extLst>
              <a:ext uri="{FF2B5EF4-FFF2-40B4-BE49-F238E27FC236}">
                <a16:creationId xmlns:a16="http://schemas.microsoft.com/office/drawing/2014/main" id="{64437D09-084D-7D30-81AC-3437C2A36B73}"/>
              </a:ext>
            </a:extLst>
          </p:cNvPr>
          <p:cNvCxnSpPr>
            <a:cxnSpLocks/>
          </p:cNvCxnSpPr>
          <p:nvPr/>
        </p:nvCxnSpPr>
        <p:spPr>
          <a:xfrm>
            <a:off x="4613678" y="-4118545"/>
            <a:ext cx="12192000" cy="685800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線接點 120">
            <a:extLst>
              <a:ext uri="{FF2B5EF4-FFF2-40B4-BE49-F238E27FC236}">
                <a16:creationId xmlns:a16="http://schemas.microsoft.com/office/drawing/2014/main" id="{EA406C8B-F767-1C2C-B42F-4CF192AEC839}"/>
              </a:ext>
            </a:extLst>
          </p:cNvPr>
          <p:cNvCxnSpPr>
            <a:cxnSpLocks/>
          </p:cNvCxnSpPr>
          <p:nvPr/>
        </p:nvCxnSpPr>
        <p:spPr>
          <a:xfrm>
            <a:off x="3869608" y="-3573938"/>
            <a:ext cx="12192000" cy="685800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直線接點 181">
            <a:extLst>
              <a:ext uri="{FF2B5EF4-FFF2-40B4-BE49-F238E27FC236}">
                <a16:creationId xmlns:a16="http://schemas.microsoft.com/office/drawing/2014/main" id="{040737B5-24F9-4FD6-A69C-C496360B9D98}"/>
              </a:ext>
            </a:extLst>
          </p:cNvPr>
          <p:cNvCxnSpPr>
            <a:cxnSpLocks/>
          </p:cNvCxnSpPr>
          <p:nvPr/>
        </p:nvCxnSpPr>
        <p:spPr>
          <a:xfrm flipH="1">
            <a:off x="58271" y="155594"/>
            <a:ext cx="12192000" cy="6888642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直線接點 187">
            <a:extLst>
              <a:ext uri="{FF2B5EF4-FFF2-40B4-BE49-F238E27FC236}">
                <a16:creationId xmlns:a16="http://schemas.microsoft.com/office/drawing/2014/main" id="{F417B3A7-86A3-DD41-9B56-96BAA070D0AA}"/>
              </a:ext>
            </a:extLst>
          </p:cNvPr>
          <p:cNvCxnSpPr>
            <a:cxnSpLocks/>
          </p:cNvCxnSpPr>
          <p:nvPr/>
        </p:nvCxnSpPr>
        <p:spPr>
          <a:xfrm flipH="1">
            <a:off x="475130" y="1006288"/>
            <a:ext cx="12192000" cy="6888642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直線接點 193">
            <a:extLst>
              <a:ext uri="{FF2B5EF4-FFF2-40B4-BE49-F238E27FC236}">
                <a16:creationId xmlns:a16="http://schemas.microsoft.com/office/drawing/2014/main" id="{4BEE6914-0361-31EC-762D-F337CDCD0EDD}"/>
              </a:ext>
            </a:extLst>
          </p:cNvPr>
          <p:cNvCxnSpPr>
            <a:cxnSpLocks/>
          </p:cNvCxnSpPr>
          <p:nvPr/>
        </p:nvCxnSpPr>
        <p:spPr>
          <a:xfrm flipH="1">
            <a:off x="858610" y="1876216"/>
            <a:ext cx="12192000" cy="6888642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直線接點 199">
            <a:extLst>
              <a:ext uri="{FF2B5EF4-FFF2-40B4-BE49-F238E27FC236}">
                <a16:creationId xmlns:a16="http://schemas.microsoft.com/office/drawing/2014/main" id="{0D20D9EF-A486-82D6-8ECB-44DC3ED9A036}"/>
              </a:ext>
            </a:extLst>
          </p:cNvPr>
          <p:cNvCxnSpPr>
            <a:cxnSpLocks/>
          </p:cNvCxnSpPr>
          <p:nvPr/>
        </p:nvCxnSpPr>
        <p:spPr>
          <a:xfrm flipH="1">
            <a:off x="1340139" y="2661596"/>
            <a:ext cx="12192000" cy="6888642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直線接點 205">
            <a:extLst>
              <a:ext uri="{FF2B5EF4-FFF2-40B4-BE49-F238E27FC236}">
                <a16:creationId xmlns:a16="http://schemas.microsoft.com/office/drawing/2014/main" id="{ECC67EB1-0D2C-5CB3-A265-18EA31FF550E}"/>
              </a:ext>
            </a:extLst>
          </p:cNvPr>
          <p:cNvCxnSpPr>
            <a:cxnSpLocks/>
          </p:cNvCxnSpPr>
          <p:nvPr/>
        </p:nvCxnSpPr>
        <p:spPr>
          <a:xfrm flipH="1">
            <a:off x="2068619" y="3365768"/>
            <a:ext cx="12192000" cy="6888642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直線接點 211">
            <a:extLst>
              <a:ext uri="{FF2B5EF4-FFF2-40B4-BE49-F238E27FC236}">
                <a16:creationId xmlns:a16="http://schemas.microsoft.com/office/drawing/2014/main" id="{9D4E019C-8B2E-9EDD-5804-2070EA9AF748}"/>
              </a:ext>
            </a:extLst>
          </p:cNvPr>
          <p:cNvCxnSpPr>
            <a:cxnSpLocks/>
          </p:cNvCxnSpPr>
          <p:nvPr/>
        </p:nvCxnSpPr>
        <p:spPr>
          <a:xfrm flipH="1">
            <a:off x="2567389" y="4178871"/>
            <a:ext cx="12192000" cy="6888642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直線接點 217">
            <a:extLst>
              <a:ext uri="{FF2B5EF4-FFF2-40B4-BE49-F238E27FC236}">
                <a16:creationId xmlns:a16="http://schemas.microsoft.com/office/drawing/2014/main" id="{893527E0-1201-88AC-359C-C846D7EF068F}"/>
              </a:ext>
            </a:extLst>
          </p:cNvPr>
          <p:cNvCxnSpPr>
            <a:cxnSpLocks/>
          </p:cNvCxnSpPr>
          <p:nvPr/>
        </p:nvCxnSpPr>
        <p:spPr>
          <a:xfrm flipH="1">
            <a:off x="3838233" y="4588727"/>
            <a:ext cx="12192000" cy="6888642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直線接點 223">
            <a:extLst>
              <a:ext uri="{FF2B5EF4-FFF2-40B4-BE49-F238E27FC236}">
                <a16:creationId xmlns:a16="http://schemas.microsoft.com/office/drawing/2014/main" id="{6BF82855-4505-FB0C-6D01-39E42D5917B5}"/>
              </a:ext>
            </a:extLst>
          </p:cNvPr>
          <p:cNvCxnSpPr>
            <a:cxnSpLocks/>
          </p:cNvCxnSpPr>
          <p:nvPr/>
        </p:nvCxnSpPr>
        <p:spPr>
          <a:xfrm flipH="1">
            <a:off x="-404278" y="-723366"/>
            <a:ext cx="12192000" cy="6888642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直線接點 233">
            <a:extLst>
              <a:ext uri="{FF2B5EF4-FFF2-40B4-BE49-F238E27FC236}">
                <a16:creationId xmlns:a16="http://schemas.microsoft.com/office/drawing/2014/main" id="{FF0A4778-72B3-BC2C-82A5-CAFD57674191}"/>
              </a:ext>
            </a:extLst>
          </p:cNvPr>
          <p:cNvCxnSpPr>
            <a:cxnSpLocks/>
          </p:cNvCxnSpPr>
          <p:nvPr/>
        </p:nvCxnSpPr>
        <p:spPr>
          <a:xfrm flipH="1">
            <a:off x="-920222" y="-1519973"/>
            <a:ext cx="12192000" cy="6888642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直線接點 237">
            <a:extLst>
              <a:ext uri="{FF2B5EF4-FFF2-40B4-BE49-F238E27FC236}">
                <a16:creationId xmlns:a16="http://schemas.microsoft.com/office/drawing/2014/main" id="{863A1324-4461-1A60-F1F8-18CD194DC2FB}"/>
              </a:ext>
            </a:extLst>
          </p:cNvPr>
          <p:cNvCxnSpPr>
            <a:cxnSpLocks/>
          </p:cNvCxnSpPr>
          <p:nvPr/>
        </p:nvCxnSpPr>
        <p:spPr>
          <a:xfrm flipH="1">
            <a:off x="-1790938" y="-3240712"/>
            <a:ext cx="12192000" cy="6888642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直線接點 243">
            <a:extLst>
              <a:ext uri="{FF2B5EF4-FFF2-40B4-BE49-F238E27FC236}">
                <a16:creationId xmlns:a16="http://schemas.microsoft.com/office/drawing/2014/main" id="{222E7795-8F8B-C90E-DBE7-E72D9A35618F}"/>
              </a:ext>
            </a:extLst>
          </p:cNvPr>
          <p:cNvCxnSpPr>
            <a:cxnSpLocks/>
          </p:cNvCxnSpPr>
          <p:nvPr/>
        </p:nvCxnSpPr>
        <p:spPr>
          <a:xfrm flipH="1">
            <a:off x="-1374079" y="-2390018"/>
            <a:ext cx="12192000" cy="6888642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直線接點 247">
            <a:extLst>
              <a:ext uri="{FF2B5EF4-FFF2-40B4-BE49-F238E27FC236}">
                <a16:creationId xmlns:a16="http://schemas.microsoft.com/office/drawing/2014/main" id="{49C85E31-A605-8088-D89A-BA3C53E0DC24}"/>
              </a:ext>
            </a:extLst>
          </p:cNvPr>
          <p:cNvCxnSpPr>
            <a:cxnSpLocks/>
          </p:cNvCxnSpPr>
          <p:nvPr/>
        </p:nvCxnSpPr>
        <p:spPr>
          <a:xfrm flipH="1">
            <a:off x="-3034365" y="-3652337"/>
            <a:ext cx="12192000" cy="6888642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直線接點 253">
            <a:extLst>
              <a:ext uri="{FF2B5EF4-FFF2-40B4-BE49-F238E27FC236}">
                <a16:creationId xmlns:a16="http://schemas.microsoft.com/office/drawing/2014/main" id="{2A923864-81AA-C9F0-E769-4F6CC3646E51}"/>
              </a:ext>
            </a:extLst>
          </p:cNvPr>
          <p:cNvCxnSpPr>
            <a:cxnSpLocks/>
          </p:cNvCxnSpPr>
          <p:nvPr/>
        </p:nvCxnSpPr>
        <p:spPr>
          <a:xfrm flipH="1">
            <a:off x="-3427671" y="-4330741"/>
            <a:ext cx="12192000" cy="6888642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1507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025B9101-9525-EF0F-14BF-93D29FC912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1464" y="2412872"/>
            <a:ext cx="7289071" cy="2032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611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832</TotalTime>
  <Words>14</Words>
  <Application>Microsoft Office PowerPoint</Application>
  <PresentationFormat>寬螢幕</PresentationFormat>
  <Paragraphs>14</Paragraphs>
  <Slides>8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3" baseType="lpstr">
      <vt:lpstr>jf open 粉圓 1.1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意群_蕭_111072201</dc:creator>
  <cp:lastModifiedBy>意群_蕭_111072201</cp:lastModifiedBy>
  <cp:revision>25</cp:revision>
  <dcterms:created xsi:type="dcterms:W3CDTF">2023-04-17T17:34:03Z</dcterms:created>
  <dcterms:modified xsi:type="dcterms:W3CDTF">2023-05-15T08:53:43Z</dcterms:modified>
</cp:coreProperties>
</file>