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</p:sldIdLst>
  <p:sldSz cx="30861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39" d="100"/>
          <a:sy n="39" d="100"/>
        </p:scale>
        <p:origin x="130" y="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7625" y="1683545"/>
            <a:ext cx="2314575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7625" y="5403057"/>
            <a:ext cx="2314575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CDA9-63C5-4229-817B-BF368CA5D919}" type="datetimeFigureOut">
              <a:rPr lang="zh-TW" altLang="en-US" smtClean="0"/>
              <a:t>2023/5/26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4CA04-89CF-4CF0-8AAF-B1EF0E4BC8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697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CDA9-63C5-4229-817B-BF368CA5D919}" type="datetimeFigureOut">
              <a:rPr lang="zh-TW" altLang="en-US" smtClean="0"/>
              <a:t>2023/5/26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4CA04-89CF-4CF0-8AAF-B1EF0E4BC8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3158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5620" y="2564608"/>
            <a:ext cx="26617613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5620" y="6884195"/>
            <a:ext cx="26617613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CDA9-63C5-4229-817B-BF368CA5D919}" type="datetimeFigureOut">
              <a:rPr lang="zh-TW" altLang="en-US" smtClean="0"/>
              <a:t>2023/5/26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4CA04-89CF-4CF0-8AAF-B1EF0E4BC8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6644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21694" y="2738438"/>
            <a:ext cx="13115925" cy="652700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23381" y="2738438"/>
            <a:ext cx="13115925" cy="652700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CDA9-63C5-4229-817B-BF368CA5D919}" type="datetimeFigureOut">
              <a:rPr lang="zh-TW" altLang="en-US" smtClean="0"/>
              <a:t>2023/5/26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4CA04-89CF-4CF0-8AAF-B1EF0E4BC8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9636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5713" y="547688"/>
            <a:ext cx="26617613" cy="198834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5715" y="2521745"/>
            <a:ext cx="13055648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25715" y="3757613"/>
            <a:ext cx="13055648" cy="552688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623381" y="2521745"/>
            <a:ext cx="13119945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623381" y="3757613"/>
            <a:ext cx="13119945" cy="552688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CDA9-63C5-4229-817B-BF368CA5D919}" type="datetimeFigureOut">
              <a:rPr lang="zh-TW" altLang="en-US" smtClean="0"/>
              <a:t>2023/5/26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4CA04-89CF-4CF0-8AAF-B1EF0E4BC8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4417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CDA9-63C5-4229-817B-BF368CA5D919}" type="datetimeFigureOut">
              <a:rPr lang="zh-TW" altLang="en-US" smtClean="0"/>
              <a:t>2023/5/26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4CA04-89CF-4CF0-8AAF-B1EF0E4BC8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0854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CDA9-63C5-4229-817B-BF368CA5D919}" type="datetimeFigureOut">
              <a:rPr lang="zh-TW" altLang="en-US" smtClean="0"/>
              <a:t>2023/5/26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4CA04-89CF-4CF0-8AAF-B1EF0E4BC8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9473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5715" y="685800"/>
            <a:ext cx="9953475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9945" y="1481138"/>
            <a:ext cx="15623381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5715" y="3086100"/>
            <a:ext cx="9953475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CDA9-63C5-4229-817B-BF368CA5D919}" type="datetimeFigureOut">
              <a:rPr lang="zh-TW" altLang="en-US" smtClean="0"/>
              <a:t>2023/5/26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4CA04-89CF-4CF0-8AAF-B1EF0E4BC8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5601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5715" y="685800"/>
            <a:ext cx="9953475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119945" y="1481138"/>
            <a:ext cx="15623381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5715" y="3086100"/>
            <a:ext cx="9953475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CDA9-63C5-4229-817B-BF368CA5D919}" type="datetimeFigureOut">
              <a:rPr lang="zh-TW" altLang="en-US" smtClean="0"/>
              <a:t>2023/5/26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4CA04-89CF-4CF0-8AAF-B1EF0E4BC8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5100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CDA9-63C5-4229-817B-BF368CA5D919}" type="datetimeFigureOut">
              <a:rPr lang="zh-TW" altLang="en-US" smtClean="0"/>
              <a:t>2023/5/26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4CA04-89CF-4CF0-8AAF-B1EF0E4BC8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8442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084903" y="547688"/>
            <a:ext cx="6654403" cy="871775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1694" y="547688"/>
            <a:ext cx="19577447" cy="871775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CDA9-63C5-4229-817B-BF368CA5D919}" type="datetimeFigureOut">
              <a:rPr lang="zh-TW" altLang="en-US" smtClean="0"/>
              <a:t>2023/5/26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4CA04-89CF-4CF0-8AAF-B1EF0E4BC8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3714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21694" y="547688"/>
            <a:ext cx="26617613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1694" y="2738438"/>
            <a:ext cx="26617613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21694" y="9534526"/>
            <a:ext cx="6943725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8CDA9-63C5-4229-817B-BF368CA5D919}" type="datetimeFigureOut">
              <a:rPr lang="zh-TW" altLang="en-US" smtClean="0"/>
              <a:t>2023/5/26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22706" y="9534526"/>
            <a:ext cx="1041558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795581" y="9534526"/>
            <a:ext cx="6943725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4CA04-89CF-4CF0-8AAF-B1EF0E4BC8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1637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D0F4194-9F40-7340-0BF7-AA5DFD77B7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695" b="9046"/>
          <a:stretch/>
        </p:blipFill>
        <p:spPr>
          <a:xfrm>
            <a:off x="0" y="0"/>
            <a:ext cx="30861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298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77960BC6D81CDA4EA8EA6574044DD2B4" ma:contentTypeVersion="2" ma:contentTypeDescription="建立新的文件。" ma:contentTypeScope="" ma:versionID="1de0815c19a0ac48c850e10cf7a52d71">
  <xsd:schema xmlns:xsd="http://www.w3.org/2001/XMLSchema" xmlns:xs="http://www.w3.org/2001/XMLSchema" xmlns:p="http://schemas.microsoft.com/office/2006/metadata/properties" xmlns:ns3="4899eb8d-5b57-4677-8e11-c5ce4738df32" targetNamespace="http://schemas.microsoft.com/office/2006/metadata/properties" ma:root="true" ma:fieldsID="e727ea7a7b3cda08c27e47355e8fa5a5" ns3:_="">
    <xsd:import namespace="4899eb8d-5b57-4677-8e11-c5ce4738df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99eb8d-5b57-4677-8e11-c5ce4738df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B759200-2FB9-430D-ADAC-09D2C63332BF}">
  <ds:schemaRefs>
    <ds:schemaRef ds:uri="http://purl.org/dc/dcmitype/"/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4899eb8d-5b57-4677-8e11-c5ce4738df32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A31EFE2-AE43-4A10-877C-ED02BBFC0F9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281937-4E0D-4602-B250-3B880C836A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99eb8d-5b57-4677-8e11-c5ce4738df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28</TotalTime>
  <Words>0</Words>
  <Application>Microsoft Office PowerPoint</Application>
  <PresentationFormat>自訂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意群_蕭_111072201</dc:creator>
  <cp:lastModifiedBy>意群_蕭_111072201</cp:lastModifiedBy>
  <cp:revision>1</cp:revision>
  <dcterms:created xsi:type="dcterms:W3CDTF">2023-05-25T13:10:25Z</dcterms:created>
  <dcterms:modified xsi:type="dcterms:W3CDTF">2023-05-25T16:35:46Z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0x01010077960BC6D81CDA4EA8EA6574044DD2B4</vt:lpwstr>
  </property>
</Properties>
</file>