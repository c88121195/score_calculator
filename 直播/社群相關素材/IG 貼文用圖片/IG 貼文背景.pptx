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</p:sldIdLst>
  <p:sldSz cx="30861000" cy="4114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4" d="100"/>
          <a:sy n="14" d="100"/>
        </p:scale>
        <p:origin x="2558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4T17:22:31.8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4T17:23:12.4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14575" y="6734178"/>
            <a:ext cx="26231850" cy="14325600"/>
          </a:xfrm>
        </p:spPr>
        <p:txBody>
          <a:bodyPr anchor="b"/>
          <a:lstStyle>
            <a:lvl1pPr algn="ctr">
              <a:defRPr sz="202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7625" y="21612228"/>
            <a:ext cx="23145750" cy="9934572"/>
          </a:xfrm>
        </p:spPr>
        <p:txBody>
          <a:bodyPr/>
          <a:lstStyle>
            <a:lvl1pPr marL="0" indent="0" algn="ctr">
              <a:buNone/>
              <a:defRPr sz="8100"/>
            </a:lvl1pPr>
            <a:lvl2pPr marL="1543050" indent="0" algn="ctr">
              <a:buNone/>
              <a:defRPr sz="6750"/>
            </a:lvl2pPr>
            <a:lvl3pPr marL="3086100" indent="0" algn="ctr">
              <a:buNone/>
              <a:defRPr sz="6075"/>
            </a:lvl3pPr>
            <a:lvl4pPr marL="4629150" indent="0" algn="ctr">
              <a:buNone/>
              <a:defRPr sz="5400"/>
            </a:lvl4pPr>
            <a:lvl5pPr marL="6172200" indent="0" algn="ctr">
              <a:buNone/>
              <a:defRPr sz="5400"/>
            </a:lvl5pPr>
            <a:lvl6pPr marL="7715250" indent="0" algn="ctr">
              <a:buNone/>
              <a:defRPr sz="5400"/>
            </a:lvl6pPr>
            <a:lvl7pPr marL="9258300" indent="0" algn="ctr">
              <a:buNone/>
              <a:defRPr sz="5400"/>
            </a:lvl7pPr>
            <a:lvl8pPr marL="10801350" indent="0" algn="ctr">
              <a:buNone/>
              <a:defRPr sz="5400"/>
            </a:lvl8pPr>
            <a:lvl9pPr marL="12344400" indent="0" algn="ctr">
              <a:buNone/>
              <a:defRPr sz="54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B051-467D-4160-BF47-5AD768430F56}" type="datetimeFigureOut">
              <a:rPr lang="zh-TW" altLang="en-US" smtClean="0"/>
              <a:t>2023/6/24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A451-4924-48F5-AF9F-03DD628EE9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951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B051-467D-4160-BF47-5AD768430F56}" type="datetimeFigureOut">
              <a:rPr lang="zh-TW" altLang="en-US" smtClean="0"/>
              <a:t>2023/6/24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A451-4924-48F5-AF9F-03DD628EE9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1792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5622" y="10258437"/>
            <a:ext cx="26617613" cy="17116422"/>
          </a:xfrm>
        </p:spPr>
        <p:txBody>
          <a:bodyPr anchor="b"/>
          <a:lstStyle>
            <a:lvl1pPr>
              <a:defRPr sz="202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5622" y="27536787"/>
            <a:ext cx="26617613" cy="9001122"/>
          </a:xfrm>
        </p:spPr>
        <p:txBody>
          <a:bodyPr/>
          <a:lstStyle>
            <a:lvl1pPr marL="0" indent="0">
              <a:buNone/>
              <a:defRPr sz="8100">
                <a:solidFill>
                  <a:schemeClr val="tx1"/>
                </a:solidFill>
              </a:defRPr>
            </a:lvl1pPr>
            <a:lvl2pPr marL="1543050" indent="0">
              <a:buNone/>
              <a:defRPr sz="6750">
                <a:solidFill>
                  <a:schemeClr val="tx1">
                    <a:tint val="75000"/>
                  </a:schemeClr>
                </a:solidFill>
              </a:defRPr>
            </a:lvl2pPr>
            <a:lvl3pPr marL="3086100" indent="0">
              <a:buNone/>
              <a:defRPr sz="6075">
                <a:solidFill>
                  <a:schemeClr val="tx1">
                    <a:tint val="75000"/>
                  </a:schemeClr>
                </a:solidFill>
              </a:defRPr>
            </a:lvl3pPr>
            <a:lvl4pPr marL="462915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4pPr>
            <a:lvl5pPr marL="617220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5pPr>
            <a:lvl6pPr marL="771525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6pPr>
            <a:lvl7pPr marL="925830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7pPr>
            <a:lvl8pPr marL="1080135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8pPr>
            <a:lvl9pPr marL="1234440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B051-467D-4160-BF47-5AD768430F56}" type="datetimeFigureOut">
              <a:rPr lang="zh-TW" altLang="en-US" smtClean="0"/>
              <a:t>2023/6/24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A451-4924-48F5-AF9F-03DD628EE9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840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1694" y="10953750"/>
            <a:ext cx="13115925" cy="2610802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23381" y="10953750"/>
            <a:ext cx="13115925" cy="2610802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B051-467D-4160-BF47-5AD768430F56}" type="datetimeFigureOut">
              <a:rPr lang="zh-TW" altLang="en-US" smtClean="0"/>
              <a:t>2023/6/24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A451-4924-48F5-AF9F-03DD628EE9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43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5713" y="2190759"/>
            <a:ext cx="26617613" cy="795337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5717" y="10086978"/>
            <a:ext cx="13055648" cy="4943472"/>
          </a:xfrm>
        </p:spPr>
        <p:txBody>
          <a:bodyPr anchor="b"/>
          <a:lstStyle>
            <a:lvl1pPr marL="0" indent="0">
              <a:buNone/>
              <a:defRPr sz="8100" b="1"/>
            </a:lvl1pPr>
            <a:lvl2pPr marL="1543050" indent="0">
              <a:buNone/>
              <a:defRPr sz="6750" b="1"/>
            </a:lvl2pPr>
            <a:lvl3pPr marL="3086100" indent="0">
              <a:buNone/>
              <a:defRPr sz="6075" b="1"/>
            </a:lvl3pPr>
            <a:lvl4pPr marL="4629150" indent="0">
              <a:buNone/>
              <a:defRPr sz="5400" b="1"/>
            </a:lvl4pPr>
            <a:lvl5pPr marL="6172200" indent="0">
              <a:buNone/>
              <a:defRPr sz="5400" b="1"/>
            </a:lvl5pPr>
            <a:lvl6pPr marL="7715250" indent="0">
              <a:buNone/>
              <a:defRPr sz="5400" b="1"/>
            </a:lvl6pPr>
            <a:lvl7pPr marL="9258300" indent="0">
              <a:buNone/>
              <a:defRPr sz="5400" b="1"/>
            </a:lvl7pPr>
            <a:lvl8pPr marL="10801350" indent="0">
              <a:buNone/>
              <a:defRPr sz="5400" b="1"/>
            </a:lvl8pPr>
            <a:lvl9pPr marL="12344400" indent="0">
              <a:buNone/>
              <a:defRPr sz="54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25717" y="15030450"/>
            <a:ext cx="13055648" cy="2210752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23383" y="10086978"/>
            <a:ext cx="13119945" cy="4943472"/>
          </a:xfrm>
        </p:spPr>
        <p:txBody>
          <a:bodyPr anchor="b"/>
          <a:lstStyle>
            <a:lvl1pPr marL="0" indent="0">
              <a:buNone/>
              <a:defRPr sz="8100" b="1"/>
            </a:lvl1pPr>
            <a:lvl2pPr marL="1543050" indent="0">
              <a:buNone/>
              <a:defRPr sz="6750" b="1"/>
            </a:lvl2pPr>
            <a:lvl3pPr marL="3086100" indent="0">
              <a:buNone/>
              <a:defRPr sz="6075" b="1"/>
            </a:lvl3pPr>
            <a:lvl4pPr marL="4629150" indent="0">
              <a:buNone/>
              <a:defRPr sz="5400" b="1"/>
            </a:lvl4pPr>
            <a:lvl5pPr marL="6172200" indent="0">
              <a:buNone/>
              <a:defRPr sz="5400" b="1"/>
            </a:lvl5pPr>
            <a:lvl6pPr marL="7715250" indent="0">
              <a:buNone/>
              <a:defRPr sz="5400" b="1"/>
            </a:lvl6pPr>
            <a:lvl7pPr marL="9258300" indent="0">
              <a:buNone/>
              <a:defRPr sz="5400" b="1"/>
            </a:lvl7pPr>
            <a:lvl8pPr marL="10801350" indent="0">
              <a:buNone/>
              <a:defRPr sz="5400" b="1"/>
            </a:lvl8pPr>
            <a:lvl9pPr marL="12344400" indent="0">
              <a:buNone/>
              <a:defRPr sz="54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23383" y="15030450"/>
            <a:ext cx="13119945" cy="2210752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B051-467D-4160-BF47-5AD768430F56}" type="datetimeFigureOut">
              <a:rPr lang="zh-TW" altLang="en-US" smtClean="0"/>
              <a:t>2023/6/24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A451-4924-48F5-AF9F-03DD628EE9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4388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B051-467D-4160-BF47-5AD768430F56}" type="datetimeFigureOut">
              <a:rPr lang="zh-TW" altLang="en-US" smtClean="0"/>
              <a:t>2023/6/24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A451-4924-48F5-AF9F-03DD628EE9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8952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B051-467D-4160-BF47-5AD768430F56}" type="datetimeFigureOut">
              <a:rPr lang="zh-TW" altLang="en-US" smtClean="0"/>
              <a:t>2023/6/24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A451-4924-48F5-AF9F-03DD628EE9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496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5713" y="2743200"/>
            <a:ext cx="9953476" cy="9601200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9945" y="5924559"/>
            <a:ext cx="15623381" cy="29241750"/>
          </a:xfrm>
        </p:spPr>
        <p:txBody>
          <a:bodyPr/>
          <a:lstStyle>
            <a:lvl1pPr>
              <a:defRPr sz="10800"/>
            </a:lvl1pPr>
            <a:lvl2pPr>
              <a:defRPr sz="9450"/>
            </a:lvl2pPr>
            <a:lvl3pPr>
              <a:defRPr sz="8100"/>
            </a:lvl3pPr>
            <a:lvl4pPr>
              <a:defRPr sz="6750"/>
            </a:lvl4pPr>
            <a:lvl5pPr>
              <a:defRPr sz="6750"/>
            </a:lvl5pPr>
            <a:lvl6pPr>
              <a:defRPr sz="6750"/>
            </a:lvl6pPr>
            <a:lvl7pPr>
              <a:defRPr sz="6750"/>
            </a:lvl7pPr>
            <a:lvl8pPr>
              <a:defRPr sz="6750"/>
            </a:lvl8pPr>
            <a:lvl9pPr>
              <a:defRPr sz="67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5713" y="12344400"/>
            <a:ext cx="9953476" cy="22869528"/>
          </a:xfrm>
        </p:spPr>
        <p:txBody>
          <a:bodyPr/>
          <a:lstStyle>
            <a:lvl1pPr marL="0" indent="0">
              <a:buNone/>
              <a:defRPr sz="5400"/>
            </a:lvl1pPr>
            <a:lvl2pPr marL="1543050" indent="0">
              <a:buNone/>
              <a:defRPr sz="4725"/>
            </a:lvl2pPr>
            <a:lvl3pPr marL="3086100" indent="0">
              <a:buNone/>
              <a:defRPr sz="4050"/>
            </a:lvl3pPr>
            <a:lvl4pPr marL="4629150" indent="0">
              <a:buNone/>
              <a:defRPr sz="3375"/>
            </a:lvl4pPr>
            <a:lvl5pPr marL="6172200" indent="0">
              <a:buNone/>
              <a:defRPr sz="3375"/>
            </a:lvl5pPr>
            <a:lvl6pPr marL="7715250" indent="0">
              <a:buNone/>
              <a:defRPr sz="3375"/>
            </a:lvl6pPr>
            <a:lvl7pPr marL="9258300" indent="0">
              <a:buNone/>
              <a:defRPr sz="3375"/>
            </a:lvl7pPr>
            <a:lvl8pPr marL="10801350" indent="0">
              <a:buNone/>
              <a:defRPr sz="3375"/>
            </a:lvl8pPr>
            <a:lvl9pPr marL="12344400" indent="0">
              <a:buNone/>
              <a:defRPr sz="33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B051-467D-4160-BF47-5AD768430F56}" type="datetimeFigureOut">
              <a:rPr lang="zh-TW" altLang="en-US" smtClean="0"/>
              <a:t>2023/6/24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A451-4924-48F5-AF9F-03DD628EE9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4384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5713" y="2743200"/>
            <a:ext cx="9953476" cy="9601200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19945" y="5924559"/>
            <a:ext cx="15623381" cy="29241750"/>
          </a:xfrm>
        </p:spPr>
        <p:txBody>
          <a:bodyPr anchor="t"/>
          <a:lstStyle>
            <a:lvl1pPr marL="0" indent="0">
              <a:buNone/>
              <a:defRPr sz="10800"/>
            </a:lvl1pPr>
            <a:lvl2pPr marL="1543050" indent="0">
              <a:buNone/>
              <a:defRPr sz="9450"/>
            </a:lvl2pPr>
            <a:lvl3pPr marL="3086100" indent="0">
              <a:buNone/>
              <a:defRPr sz="8100"/>
            </a:lvl3pPr>
            <a:lvl4pPr marL="4629150" indent="0">
              <a:buNone/>
              <a:defRPr sz="6750"/>
            </a:lvl4pPr>
            <a:lvl5pPr marL="6172200" indent="0">
              <a:buNone/>
              <a:defRPr sz="6750"/>
            </a:lvl5pPr>
            <a:lvl6pPr marL="7715250" indent="0">
              <a:buNone/>
              <a:defRPr sz="6750"/>
            </a:lvl6pPr>
            <a:lvl7pPr marL="9258300" indent="0">
              <a:buNone/>
              <a:defRPr sz="6750"/>
            </a:lvl7pPr>
            <a:lvl8pPr marL="10801350" indent="0">
              <a:buNone/>
              <a:defRPr sz="6750"/>
            </a:lvl8pPr>
            <a:lvl9pPr marL="12344400" indent="0">
              <a:buNone/>
              <a:defRPr sz="675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5713" y="12344400"/>
            <a:ext cx="9953476" cy="22869528"/>
          </a:xfrm>
        </p:spPr>
        <p:txBody>
          <a:bodyPr/>
          <a:lstStyle>
            <a:lvl1pPr marL="0" indent="0">
              <a:buNone/>
              <a:defRPr sz="5400"/>
            </a:lvl1pPr>
            <a:lvl2pPr marL="1543050" indent="0">
              <a:buNone/>
              <a:defRPr sz="4725"/>
            </a:lvl2pPr>
            <a:lvl3pPr marL="3086100" indent="0">
              <a:buNone/>
              <a:defRPr sz="4050"/>
            </a:lvl3pPr>
            <a:lvl4pPr marL="4629150" indent="0">
              <a:buNone/>
              <a:defRPr sz="3375"/>
            </a:lvl4pPr>
            <a:lvl5pPr marL="6172200" indent="0">
              <a:buNone/>
              <a:defRPr sz="3375"/>
            </a:lvl5pPr>
            <a:lvl6pPr marL="7715250" indent="0">
              <a:buNone/>
              <a:defRPr sz="3375"/>
            </a:lvl6pPr>
            <a:lvl7pPr marL="9258300" indent="0">
              <a:buNone/>
              <a:defRPr sz="3375"/>
            </a:lvl7pPr>
            <a:lvl8pPr marL="10801350" indent="0">
              <a:buNone/>
              <a:defRPr sz="3375"/>
            </a:lvl8pPr>
            <a:lvl9pPr marL="12344400" indent="0">
              <a:buNone/>
              <a:defRPr sz="33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B051-467D-4160-BF47-5AD768430F56}" type="datetimeFigureOut">
              <a:rPr lang="zh-TW" altLang="en-US" smtClean="0"/>
              <a:t>2023/6/24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A451-4924-48F5-AF9F-03DD628EE9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515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B051-467D-4160-BF47-5AD768430F56}" type="datetimeFigureOut">
              <a:rPr lang="zh-TW" altLang="en-US" smtClean="0"/>
              <a:t>2023/6/24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A451-4924-48F5-AF9F-03DD628EE9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1189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084905" y="2190750"/>
            <a:ext cx="6654403" cy="3487102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1695" y="2190750"/>
            <a:ext cx="19577447" cy="3487102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B051-467D-4160-BF47-5AD768430F56}" type="datetimeFigureOut">
              <a:rPr lang="zh-TW" altLang="en-US" smtClean="0"/>
              <a:t>2023/6/24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A451-4924-48F5-AF9F-03DD628EE9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2970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1694" y="2190759"/>
            <a:ext cx="26617613" cy="7953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694" y="10953750"/>
            <a:ext cx="26617613" cy="26108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1694" y="38138109"/>
            <a:ext cx="6943725" cy="2190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8B051-467D-4160-BF47-5AD768430F56}" type="datetimeFigureOut">
              <a:rPr lang="zh-TW" altLang="en-US" smtClean="0"/>
              <a:t>2023/6/24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22706" y="38138109"/>
            <a:ext cx="10415588" cy="2190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795581" y="38138109"/>
            <a:ext cx="6943725" cy="2190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A451-4924-48F5-AF9F-03DD628EE9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110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086100" rtl="0" eaLnBrk="1" latinLnBrk="0" hangingPunct="1">
        <a:lnSpc>
          <a:spcPct val="90000"/>
        </a:lnSpc>
        <a:spcBef>
          <a:spcPct val="0"/>
        </a:spcBef>
        <a:buNone/>
        <a:defRPr sz="1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1525" indent="-771525" algn="l" defTabSz="3086100" rtl="0" eaLnBrk="1" latinLnBrk="0" hangingPunct="1">
        <a:lnSpc>
          <a:spcPct val="90000"/>
        </a:lnSpc>
        <a:spcBef>
          <a:spcPts val="3375"/>
        </a:spcBef>
        <a:buFont typeface="Arial" panose="020B0604020202020204" pitchFamily="34" charset="0"/>
        <a:buChar char="•"/>
        <a:defRPr sz="9450" kern="1200">
          <a:solidFill>
            <a:schemeClr val="tx1"/>
          </a:solidFill>
          <a:latin typeface="+mn-lt"/>
          <a:ea typeface="+mn-ea"/>
          <a:cs typeface="+mn-cs"/>
        </a:defRPr>
      </a:lvl1pPr>
      <a:lvl2pPr marL="231457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2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3pPr>
      <a:lvl4pPr marL="540067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075" kern="1200">
          <a:solidFill>
            <a:schemeClr val="tx1"/>
          </a:solidFill>
          <a:latin typeface="+mn-lt"/>
          <a:ea typeface="+mn-ea"/>
          <a:cs typeface="+mn-cs"/>
        </a:defRPr>
      </a:lvl4pPr>
      <a:lvl5pPr marL="694372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075" kern="1200">
          <a:solidFill>
            <a:schemeClr val="tx1"/>
          </a:solidFill>
          <a:latin typeface="+mn-lt"/>
          <a:ea typeface="+mn-ea"/>
          <a:cs typeface="+mn-cs"/>
        </a:defRPr>
      </a:lvl5pPr>
      <a:lvl6pPr marL="848677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075" kern="1200">
          <a:solidFill>
            <a:schemeClr val="tx1"/>
          </a:solidFill>
          <a:latin typeface="+mn-lt"/>
          <a:ea typeface="+mn-ea"/>
          <a:cs typeface="+mn-cs"/>
        </a:defRPr>
      </a:lvl6pPr>
      <a:lvl7pPr marL="1002982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075" kern="1200">
          <a:solidFill>
            <a:schemeClr val="tx1"/>
          </a:solidFill>
          <a:latin typeface="+mn-lt"/>
          <a:ea typeface="+mn-ea"/>
          <a:cs typeface="+mn-cs"/>
        </a:defRPr>
      </a:lvl7pPr>
      <a:lvl8pPr marL="1157287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075" kern="1200">
          <a:solidFill>
            <a:schemeClr val="tx1"/>
          </a:solidFill>
          <a:latin typeface="+mn-lt"/>
          <a:ea typeface="+mn-ea"/>
          <a:cs typeface="+mn-cs"/>
        </a:defRPr>
      </a:lvl8pPr>
      <a:lvl9pPr marL="1311592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0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1pPr>
      <a:lvl2pPr marL="154305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2pPr>
      <a:lvl3pPr marL="308610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3pPr>
      <a:lvl4pPr marL="462915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5pPr>
      <a:lvl6pPr marL="771525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6pPr>
      <a:lvl7pPr marL="925830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microsoft.com/office/2007/relationships/hdphoto" Target="../media/hdphoto2.wdp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F84483D0-1DB8-20BB-ABE2-CE1769B8E9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9522759" y="17378082"/>
            <a:ext cx="471544" cy="576462"/>
          </a:xfrm>
          <a:prstGeom prst="rect">
            <a:avLst/>
          </a:prstGeom>
        </p:spPr>
      </p:pic>
      <p:pic>
        <p:nvPicPr>
          <p:cNvPr id="10" name="圖片 9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7E68E2C3-E5C0-6B63-4276-9217DBD864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0526806" y="17920570"/>
            <a:ext cx="471544" cy="576462"/>
          </a:xfrm>
          <a:prstGeom prst="rect">
            <a:avLst/>
          </a:prstGeom>
        </p:spPr>
      </p:pic>
      <p:pic>
        <p:nvPicPr>
          <p:cNvPr id="11" name="圖片 10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D4993B7B-9B56-CCA0-E68C-C9A3F12068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1529359" y="18463058"/>
            <a:ext cx="471544" cy="576462"/>
          </a:xfrm>
          <a:prstGeom prst="rect">
            <a:avLst/>
          </a:prstGeom>
        </p:spPr>
      </p:pic>
      <p:pic>
        <p:nvPicPr>
          <p:cNvPr id="12" name="圖片 11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547B8E76-FC0F-0573-2C3E-17B91A3801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2534900" y="19005546"/>
            <a:ext cx="471544" cy="576462"/>
          </a:xfrm>
          <a:prstGeom prst="rect">
            <a:avLst/>
          </a:prstGeom>
        </p:spPr>
      </p:pic>
      <p:pic>
        <p:nvPicPr>
          <p:cNvPr id="13" name="圖片 12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3AA3B934-186B-03FD-0BD2-E650E89251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3538947" y="19548034"/>
            <a:ext cx="471544" cy="576462"/>
          </a:xfrm>
          <a:prstGeom prst="rect">
            <a:avLst/>
          </a:prstGeom>
        </p:spPr>
      </p:pic>
      <p:pic>
        <p:nvPicPr>
          <p:cNvPr id="14" name="圖片 13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7AE75143-5148-2B65-B08A-201179EAC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4541500" y="20154677"/>
            <a:ext cx="471544" cy="576462"/>
          </a:xfrm>
          <a:prstGeom prst="rect">
            <a:avLst/>
          </a:prstGeom>
        </p:spPr>
      </p:pic>
      <p:pic>
        <p:nvPicPr>
          <p:cNvPr id="15" name="圖片 14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27C212EA-6B48-D4D0-9DFA-9B3DC43FB4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5547041" y="20602745"/>
            <a:ext cx="471544" cy="576462"/>
          </a:xfrm>
          <a:prstGeom prst="rect">
            <a:avLst/>
          </a:prstGeom>
        </p:spPr>
      </p:pic>
      <p:pic>
        <p:nvPicPr>
          <p:cNvPr id="16" name="圖片 15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90E0B655-77C1-0E3C-11C9-25F635C560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6533460" y="21203695"/>
            <a:ext cx="471544" cy="576462"/>
          </a:xfrm>
          <a:prstGeom prst="rect">
            <a:avLst/>
          </a:prstGeom>
        </p:spPr>
      </p:pic>
      <p:pic>
        <p:nvPicPr>
          <p:cNvPr id="17" name="圖片 16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9358EA1F-5001-46E3-564A-628B41CCC9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7555135" y="21717986"/>
            <a:ext cx="471544" cy="576462"/>
          </a:xfrm>
          <a:prstGeom prst="rect">
            <a:avLst/>
          </a:prstGeom>
        </p:spPr>
      </p:pic>
      <p:pic>
        <p:nvPicPr>
          <p:cNvPr id="18" name="圖片 17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998FE549-579B-4669-08D4-AC6F6A687F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8532292" y="22254343"/>
            <a:ext cx="471544" cy="576462"/>
          </a:xfrm>
          <a:prstGeom prst="rect">
            <a:avLst/>
          </a:prstGeom>
        </p:spPr>
      </p:pic>
      <p:pic>
        <p:nvPicPr>
          <p:cNvPr id="19" name="圖片 18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C5E55F4C-A5EC-3F4E-22D0-B206F767CB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9563229" y="22802962"/>
            <a:ext cx="471544" cy="576462"/>
          </a:xfrm>
          <a:prstGeom prst="rect">
            <a:avLst/>
          </a:prstGeom>
        </p:spPr>
      </p:pic>
      <p:pic>
        <p:nvPicPr>
          <p:cNvPr id="20" name="圖片 19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65146025-F82E-122D-6534-3F84E7D89A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20567276" y="23286440"/>
            <a:ext cx="471544" cy="576462"/>
          </a:xfrm>
          <a:prstGeom prst="rect">
            <a:avLst/>
          </a:prstGeom>
        </p:spPr>
      </p:pic>
      <p:pic>
        <p:nvPicPr>
          <p:cNvPr id="22" name="圖片 21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B556AC23-DE26-A429-A9EB-24B6457AFF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1530853" y="17344108"/>
            <a:ext cx="471544" cy="576462"/>
          </a:xfrm>
          <a:prstGeom prst="rect">
            <a:avLst/>
          </a:prstGeom>
        </p:spPr>
      </p:pic>
      <p:pic>
        <p:nvPicPr>
          <p:cNvPr id="23" name="圖片 22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AA0A5480-A6A5-2DAC-41B0-FD31E3370C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3538947" y="17378082"/>
            <a:ext cx="471544" cy="576462"/>
          </a:xfrm>
          <a:prstGeom prst="rect">
            <a:avLst/>
          </a:prstGeom>
        </p:spPr>
      </p:pic>
      <p:pic>
        <p:nvPicPr>
          <p:cNvPr id="24" name="圖片 23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6370F4C1-43DA-41F3-99AA-975A2AC578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5547041" y="17378082"/>
            <a:ext cx="471544" cy="576462"/>
          </a:xfrm>
          <a:prstGeom prst="rect">
            <a:avLst/>
          </a:prstGeom>
        </p:spPr>
      </p:pic>
      <p:pic>
        <p:nvPicPr>
          <p:cNvPr id="25" name="圖片 24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E096B8D6-EABF-ADE3-78B9-AECA5B23D1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7555135" y="17378082"/>
            <a:ext cx="471544" cy="576462"/>
          </a:xfrm>
          <a:prstGeom prst="rect">
            <a:avLst/>
          </a:prstGeom>
        </p:spPr>
      </p:pic>
      <p:pic>
        <p:nvPicPr>
          <p:cNvPr id="26" name="圖片 25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7975FD10-7EEC-3184-FA41-3833FC2FEF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9563229" y="17378082"/>
            <a:ext cx="471544" cy="576462"/>
          </a:xfrm>
          <a:prstGeom prst="rect">
            <a:avLst/>
          </a:prstGeom>
        </p:spPr>
      </p:pic>
      <p:pic>
        <p:nvPicPr>
          <p:cNvPr id="27" name="圖片 26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7D341F99-0E14-6D76-B4D4-16AFA59E89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9522759" y="18463058"/>
            <a:ext cx="471544" cy="576462"/>
          </a:xfrm>
          <a:prstGeom prst="rect">
            <a:avLst/>
          </a:prstGeom>
        </p:spPr>
      </p:pic>
      <p:pic>
        <p:nvPicPr>
          <p:cNvPr id="28" name="圖片 27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6A057B2F-26D6-C4A4-BEAA-EF94DA47D4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9522759" y="19548034"/>
            <a:ext cx="471544" cy="576462"/>
          </a:xfrm>
          <a:prstGeom prst="rect">
            <a:avLst/>
          </a:prstGeom>
        </p:spPr>
      </p:pic>
      <p:pic>
        <p:nvPicPr>
          <p:cNvPr id="29" name="圖片 28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1E4734F3-E682-A6C5-B28B-CAD1A5AEEA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9522759" y="20633010"/>
            <a:ext cx="471544" cy="576462"/>
          </a:xfrm>
          <a:prstGeom prst="rect">
            <a:avLst/>
          </a:prstGeom>
        </p:spPr>
      </p:pic>
      <p:pic>
        <p:nvPicPr>
          <p:cNvPr id="30" name="圖片 29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AAD27622-6A7B-8AEC-3C1C-36D7E02093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9522759" y="21717986"/>
            <a:ext cx="471544" cy="576462"/>
          </a:xfrm>
          <a:prstGeom prst="rect">
            <a:avLst/>
          </a:prstGeom>
        </p:spPr>
      </p:pic>
      <p:pic>
        <p:nvPicPr>
          <p:cNvPr id="31" name="圖片 30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E57E455E-2413-0CF2-635B-9F02FDECCF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9522759" y="22802962"/>
            <a:ext cx="471544" cy="576462"/>
          </a:xfrm>
          <a:prstGeom prst="rect">
            <a:avLst/>
          </a:prstGeom>
        </p:spPr>
      </p:pic>
      <p:pic>
        <p:nvPicPr>
          <p:cNvPr id="32" name="圖片 31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1CBCC319-9CC3-06B7-EB24-A325F96165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0526806" y="19039520"/>
            <a:ext cx="471544" cy="576462"/>
          </a:xfrm>
          <a:prstGeom prst="rect">
            <a:avLst/>
          </a:prstGeom>
        </p:spPr>
      </p:pic>
      <p:pic>
        <p:nvPicPr>
          <p:cNvPr id="33" name="圖片 32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872B44E3-D11E-0BB7-6EDF-88F9BF0EB1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0526806" y="20158470"/>
            <a:ext cx="471544" cy="576462"/>
          </a:xfrm>
          <a:prstGeom prst="rect">
            <a:avLst/>
          </a:prstGeom>
        </p:spPr>
      </p:pic>
      <p:pic>
        <p:nvPicPr>
          <p:cNvPr id="34" name="圖片 33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17E8B93A-088E-4AA5-DE10-56F0E4CA1B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0526806" y="21277420"/>
            <a:ext cx="471544" cy="576462"/>
          </a:xfrm>
          <a:prstGeom prst="rect">
            <a:avLst/>
          </a:prstGeom>
        </p:spPr>
      </p:pic>
      <p:pic>
        <p:nvPicPr>
          <p:cNvPr id="35" name="圖片 34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94C9801C-1BF8-BAED-0278-4F207578FD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0526806" y="22396370"/>
            <a:ext cx="471544" cy="576462"/>
          </a:xfrm>
          <a:prstGeom prst="rect">
            <a:avLst/>
          </a:prstGeom>
        </p:spPr>
      </p:pic>
      <p:pic>
        <p:nvPicPr>
          <p:cNvPr id="36" name="圖片 35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3D6492B5-4B89-0021-189E-0E88796A34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0526806" y="23515320"/>
            <a:ext cx="471544" cy="576462"/>
          </a:xfrm>
          <a:prstGeom prst="rect">
            <a:avLst/>
          </a:prstGeom>
        </p:spPr>
      </p:pic>
      <p:pic>
        <p:nvPicPr>
          <p:cNvPr id="37" name="圖片 36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97F8A72E-4EEA-2829-38EC-BF569ED4AB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0526806" y="16799135"/>
            <a:ext cx="471544" cy="576462"/>
          </a:xfrm>
          <a:prstGeom prst="rect">
            <a:avLst/>
          </a:prstGeom>
        </p:spPr>
      </p:pic>
      <p:pic>
        <p:nvPicPr>
          <p:cNvPr id="38" name="圖片 37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C9F5C86D-B61A-AD58-775B-A1EAAA3CC8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9522759" y="23887938"/>
            <a:ext cx="471544" cy="576462"/>
          </a:xfrm>
          <a:prstGeom prst="rect">
            <a:avLst/>
          </a:prstGeom>
        </p:spPr>
      </p:pic>
      <p:pic>
        <p:nvPicPr>
          <p:cNvPr id="39" name="圖片 38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235697FE-2C2A-EE01-723A-C581535A40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1529359" y="19548034"/>
            <a:ext cx="471544" cy="576462"/>
          </a:xfrm>
          <a:prstGeom prst="rect">
            <a:avLst/>
          </a:prstGeom>
        </p:spPr>
      </p:pic>
      <p:pic>
        <p:nvPicPr>
          <p:cNvPr id="40" name="圖片 39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6FD952A0-2B3D-7220-68E5-0278BC9DB5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1529359" y="20627233"/>
            <a:ext cx="471544" cy="576462"/>
          </a:xfrm>
          <a:prstGeom prst="rect">
            <a:avLst/>
          </a:prstGeom>
        </p:spPr>
      </p:pic>
      <p:pic>
        <p:nvPicPr>
          <p:cNvPr id="41" name="圖片 40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59AE8584-7CE3-5402-4B17-4B9120970E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1529359" y="21717986"/>
            <a:ext cx="471544" cy="576462"/>
          </a:xfrm>
          <a:prstGeom prst="rect">
            <a:avLst/>
          </a:prstGeom>
        </p:spPr>
      </p:pic>
      <p:pic>
        <p:nvPicPr>
          <p:cNvPr id="42" name="圖片 41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C81AC867-8074-AABD-E5C7-1DEDEF10A2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1529359" y="22802962"/>
            <a:ext cx="471544" cy="576462"/>
          </a:xfrm>
          <a:prstGeom prst="rect">
            <a:avLst/>
          </a:prstGeom>
        </p:spPr>
      </p:pic>
      <p:pic>
        <p:nvPicPr>
          <p:cNvPr id="43" name="圖片 42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2AF4B31B-C8DE-6A97-13B1-2414D069FE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1529359" y="23887938"/>
            <a:ext cx="471544" cy="576462"/>
          </a:xfrm>
          <a:prstGeom prst="rect">
            <a:avLst/>
          </a:prstGeom>
        </p:spPr>
      </p:pic>
      <p:pic>
        <p:nvPicPr>
          <p:cNvPr id="44" name="圖片 43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C9A4EB6C-3E10-00FD-0C7E-3A00E9CEB8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5542559" y="18463058"/>
            <a:ext cx="471544" cy="576462"/>
          </a:xfrm>
          <a:prstGeom prst="rect">
            <a:avLst/>
          </a:prstGeom>
        </p:spPr>
      </p:pic>
      <p:pic>
        <p:nvPicPr>
          <p:cNvPr id="45" name="圖片 44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DFF6A753-2584-AA21-DE0A-98E8F8F087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3535959" y="18463058"/>
            <a:ext cx="471544" cy="576462"/>
          </a:xfrm>
          <a:prstGeom prst="rect">
            <a:avLst/>
          </a:prstGeom>
        </p:spPr>
      </p:pic>
      <p:pic>
        <p:nvPicPr>
          <p:cNvPr id="46" name="圖片 45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5D2D5843-E618-C1EB-4C7A-C9BD27DF50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9555759" y="18463058"/>
            <a:ext cx="471544" cy="576462"/>
          </a:xfrm>
          <a:prstGeom prst="rect">
            <a:avLst/>
          </a:prstGeom>
        </p:spPr>
      </p:pic>
      <p:pic>
        <p:nvPicPr>
          <p:cNvPr id="47" name="圖片 46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D3AA533C-2CFC-B447-79E5-215E75CDB5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7549159" y="18463058"/>
            <a:ext cx="471544" cy="576462"/>
          </a:xfrm>
          <a:prstGeom prst="rect">
            <a:avLst/>
          </a:prstGeom>
        </p:spPr>
      </p:pic>
      <p:pic>
        <p:nvPicPr>
          <p:cNvPr id="48" name="圖片 47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A5384F0D-72B7-0BD0-AFF4-DD22381034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3535959" y="22802962"/>
            <a:ext cx="471544" cy="576462"/>
          </a:xfrm>
          <a:prstGeom prst="rect">
            <a:avLst/>
          </a:prstGeom>
        </p:spPr>
      </p:pic>
      <p:pic>
        <p:nvPicPr>
          <p:cNvPr id="49" name="圖片 48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13E88B4A-CF62-F8A7-F692-9D8319E373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3535959" y="20633010"/>
            <a:ext cx="471544" cy="576462"/>
          </a:xfrm>
          <a:prstGeom prst="rect">
            <a:avLst/>
          </a:prstGeom>
        </p:spPr>
      </p:pic>
      <p:pic>
        <p:nvPicPr>
          <p:cNvPr id="50" name="圖片 49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750B55BC-493A-0415-288E-3A8FE65076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3532971" y="21717986"/>
            <a:ext cx="471544" cy="576462"/>
          </a:xfrm>
          <a:prstGeom prst="rect">
            <a:avLst/>
          </a:prstGeom>
        </p:spPr>
      </p:pic>
      <p:pic>
        <p:nvPicPr>
          <p:cNvPr id="51" name="圖片 50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690F5383-2D31-6DD7-E806-51C556F6D5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2526236" y="17920570"/>
            <a:ext cx="471544" cy="576462"/>
          </a:xfrm>
          <a:prstGeom prst="rect">
            <a:avLst/>
          </a:prstGeom>
        </p:spPr>
      </p:pic>
      <p:pic>
        <p:nvPicPr>
          <p:cNvPr id="53" name="圖片 52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012D0F03-4097-2A94-26A0-0070B2F83A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2526236" y="20158470"/>
            <a:ext cx="471544" cy="576462"/>
          </a:xfrm>
          <a:prstGeom prst="rect">
            <a:avLst/>
          </a:prstGeom>
        </p:spPr>
      </p:pic>
      <p:pic>
        <p:nvPicPr>
          <p:cNvPr id="54" name="圖片 53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011232D2-AF01-BC49-730B-F93C9413A7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2526236" y="21277420"/>
            <a:ext cx="471544" cy="576462"/>
          </a:xfrm>
          <a:prstGeom prst="rect">
            <a:avLst/>
          </a:prstGeom>
        </p:spPr>
      </p:pic>
      <p:pic>
        <p:nvPicPr>
          <p:cNvPr id="55" name="圖片 54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B6E6EA4B-380B-6865-D74D-2F2B543EF9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2526236" y="22396370"/>
            <a:ext cx="471544" cy="576462"/>
          </a:xfrm>
          <a:prstGeom prst="rect">
            <a:avLst/>
          </a:prstGeom>
        </p:spPr>
      </p:pic>
      <p:pic>
        <p:nvPicPr>
          <p:cNvPr id="56" name="圖片 55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0A380522-6E3B-9126-4875-4D5DB21A23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2526236" y="23515320"/>
            <a:ext cx="471544" cy="576462"/>
          </a:xfrm>
          <a:prstGeom prst="rect">
            <a:avLst/>
          </a:prstGeom>
        </p:spPr>
      </p:pic>
      <p:pic>
        <p:nvPicPr>
          <p:cNvPr id="57" name="圖片 56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E372C039-3B12-E7C7-A75D-BE892530A1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2526236" y="16799135"/>
            <a:ext cx="471544" cy="576462"/>
          </a:xfrm>
          <a:prstGeom prst="rect">
            <a:avLst/>
          </a:prstGeom>
        </p:spPr>
      </p:pic>
      <p:pic>
        <p:nvPicPr>
          <p:cNvPr id="58" name="圖片 57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913D09BF-934F-70C7-6F22-0D27C18E52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4538512" y="19005546"/>
            <a:ext cx="471544" cy="576462"/>
          </a:xfrm>
          <a:prstGeom prst="rect">
            <a:avLst/>
          </a:prstGeom>
        </p:spPr>
      </p:pic>
      <p:pic>
        <p:nvPicPr>
          <p:cNvPr id="59" name="圖片 58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4FF7420B-F0B7-5166-DEA5-8EE47C62DF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4529848" y="17920570"/>
            <a:ext cx="471544" cy="576462"/>
          </a:xfrm>
          <a:prstGeom prst="rect">
            <a:avLst/>
          </a:prstGeom>
        </p:spPr>
      </p:pic>
      <p:pic>
        <p:nvPicPr>
          <p:cNvPr id="60" name="圖片 59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E2B3F0ED-080F-6C38-CE07-24B049547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4529848" y="21277420"/>
            <a:ext cx="471544" cy="576462"/>
          </a:xfrm>
          <a:prstGeom prst="rect">
            <a:avLst/>
          </a:prstGeom>
        </p:spPr>
      </p:pic>
      <p:pic>
        <p:nvPicPr>
          <p:cNvPr id="61" name="圖片 60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1126EF4C-3B27-7D82-E64E-F1D7305E0E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4529848" y="22396370"/>
            <a:ext cx="471544" cy="576462"/>
          </a:xfrm>
          <a:prstGeom prst="rect">
            <a:avLst/>
          </a:prstGeom>
        </p:spPr>
      </p:pic>
      <p:pic>
        <p:nvPicPr>
          <p:cNvPr id="62" name="圖片 61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687C94D7-9555-18D1-C84D-1C95F71DC0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4529848" y="23515320"/>
            <a:ext cx="471544" cy="576462"/>
          </a:xfrm>
          <a:prstGeom prst="rect">
            <a:avLst/>
          </a:prstGeom>
        </p:spPr>
      </p:pic>
      <p:pic>
        <p:nvPicPr>
          <p:cNvPr id="63" name="圖片 62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36FB3BDF-F59E-D26A-7ACA-6783191076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4529848" y="16799135"/>
            <a:ext cx="471544" cy="576462"/>
          </a:xfrm>
          <a:prstGeom prst="rect">
            <a:avLst/>
          </a:prstGeom>
        </p:spPr>
      </p:pic>
      <p:pic>
        <p:nvPicPr>
          <p:cNvPr id="64" name="圖片 63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7A80D9E3-815F-A3D2-866A-4D9FEA7364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6551088" y="20159757"/>
            <a:ext cx="471544" cy="576462"/>
          </a:xfrm>
          <a:prstGeom prst="rect">
            <a:avLst/>
          </a:prstGeom>
        </p:spPr>
      </p:pic>
      <p:pic>
        <p:nvPicPr>
          <p:cNvPr id="65" name="圖片 64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9D7A81F7-AB64-1693-B634-3C13203858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6548100" y="19010626"/>
            <a:ext cx="471544" cy="576462"/>
          </a:xfrm>
          <a:prstGeom prst="rect">
            <a:avLst/>
          </a:prstGeom>
        </p:spPr>
      </p:pic>
      <p:pic>
        <p:nvPicPr>
          <p:cNvPr id="66" name="圖片 65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6EBCE66C-CD02-E875-D635-E802BB4D5C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6539436" y="17925650"/>
            <a:ext cx="471544" cy="576462"/>
          </a:xfrm>
          <a:prstGeom prst="rect">
            <a:avLst/>
          </a:prstGeom>
        </p:spPr>
      </p:pic>
      <p:pic>
        <p:nvPicPr>
          <p:cNvPr id="67" name="圖片 66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011796B7-2092-45FC-CB06-EAE99B1D4C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6539436" y="22401450"/>
            <a:ext cx="471544" cy="576462"/>
          </a:xfrm>
          <a:prstGeom prst="rect">
            <a:avLst/>
          </a:prstGeom>
        </p:spPr>
      </p:pic>
      <p:pic>
        <p:nvPicPr>
          <p:cNvPr id="68" name="圖片 67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5A156F82-59C7-5A3F-E90C-2604C2F91F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6539436" y="23520400"/>
            <a:ext cx="471544" cy="576462"/>
          </a:xfrm>
          <a:prstGeom prst="rect">
            <a:avLst/>
          </a:prstGeom>
        </p:spPr>
      </p:pic>
      <p:pic>
        <p:nvPicPr>
          <p:cNvPr id="69" name="圖片 68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0F22C5A8-AA84-164B-D918-09072F4F7F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6539436" y="16804215"/>
            <a:ext cx="471544" cy="576462"/>
          </a:xfrm>
          <a:prstGeom prst="rect">
            <a:avLst/>
          </a:prstGeom>
        </p:spPr>
      </p:pic>
      <p:pic>
        <p:nvPicPr>
          <p:cNvPr id="70" name="圖片 69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20E00262-8BED-9785-453C-1466169260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5547041" y="21717986"/>
            <a:ext cx="471544" cy="576462"/>
          </a:xfrm>
          <a:prstGeom prst="rect">
            <a:avLst/>
          </a:prstGeom>
        </p:spPr>
      </p:pic>
      <p:pic>
        <p:nvPicPr>
          <p:cNvPr id="71" name="圖片 70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2664A7EE-C827-344A-16A0-1F9D919F79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5542559" y="22802962"/>
            <a:ext cx="471544" cy="576462"/>
          </a:xfrm>
          <a:prstGeom prst="rect">
            <a:avLst/>
          </a:prstGeom>
        </p:spPr>
      </p:pic>
      <p:pic>
        <p:nvPicPr>
          <p:cNvPr id="72" name="圖片 71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CC7CB521-4606-85C0-8931-44EBBCACEE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5547041" y="19532901"/>
            <a:ext cx="471544" cy="576462"/>
          </a:xfrm>
          <a:prstGeom prst="rect">
            <a:avLst/>
          </a:prstGeom>
        </p:spPr>
      </p:pic>
      <p:pic>
        <p:nvPicPr>
          <p:cNvPr id="73" name="圖片 72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4833BA9D-8220-9A66-0768-CB3A74C78C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7549159" y="19542257"/>
            <a:ext cx="471544" cy="576462"/>
          </a:xfrm>
          <a:prstGeom prst="rect">
            <a:avLst/>
          </a:prstGeom>
        </p:spPr>
      </p:pic>
      <p:pic>
        <p:nvPicPr>
          <p:cNvPr id="74" name="圖片 73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5D5E3090-1DE2-DF80-03A4-53C6187B69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7543183" y="20627233"/>
            <a:ext cx="471544" cy="576462"/>
          </a:xfrm>
          <a:prstGeom prst="rect">
            <a:avLst/>
          </a:prstGeom>
        </p:spPr>
      </p:pic>
      <p:pic>
        <p:nvPicPr>
          <p:cNvPr id="75" name="圖片 74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138D29FD-9E28-B46E-FD60-514B49E3E8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7549159" y="22802962"/>
            <a:ext cx="471544" cy="576462"/>
          </a:xfrm>
          <a:prstGeom prst="rect">
            <a:avLst/>
          </a:prstGeom>
        </p:spPr>
      </p:pic>
      <p:pic>
        <p:nvPicPr>
          <p:cNvPr id="76" name="圖片 75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0F22C3A2-1385-27E8-414B-93265EBE06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7543183" y="23887938"/>
            <a:ext cx="471544" cy="576462"/>
          </a:xfrm>
          <a:prstGeom prst="rect">
            <a:avLst/>
          </a:prstGeom>
        </p:spPr>
      </p:pic>
      <p:pic>
        <p:nvPicPr>
          <p:cNvPr id="77" name="圖片 76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CF8DA78E-DBAD-59ED-0145-2DFEB4FDE8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8532590" y="21198615"/>
            <a:ext cx="471544" cy="576462"/>
          </a:xfrm>
          <a:prstGeom prst="rect">
            <a:avLst/>
          </a:prstGeom>
        </p:spPr>
      </p:pic>
      <p:pic>
        <p:nvPicPr>
          <p:cNvPr id="78" name="圖片 77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330F43D6-0B69-8B42-A94D-1094CCB14D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8550218" y="20154677"/>
            <a:ext cx="471544" cy="576462"/>
          </a:xfrm>
          <a:prstGeom prst="rect">
            <a:avLst/>
          </a:prstGeom>
        </p:spPr>
      </p:pic>
      <p:pic>
        <p:nvPicPr>
          <p:cNvPr id="79" name="圖片 78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2B566142-1277-0334-456B-FB6F16695F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8547230" y="19005546"/>
            <a:ext cx="471544" cy="576462"/>
          </a:xfrm>
          <a:prstGeom prst="rect">
            <a:avLst/>
          </a:prstGeom>
        </p:spPr>
      </p:pic>
      <p:pic>
        <p:nvPicPr>
          <p:cNvPr id="80" name="圖片 79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AB540248-5B43-5153-BA1E-93992B6D42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8538566" y="17920570"/>
            <a:ext cx="471544" cy="576462"/>
          </a:xfrm>
          <a:prstGeom prst="rect">
            <a:avLst/>
          </a:prstGeom>
        </p:spPr>
      </p:pic>
      <p:pic>
        <p:nvPicPr>
          <p:cNvPr id="81" name="圖片 80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8669FE2A-D63A-BEBC-B964-35DDE318B3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8538566" y="16799135"/>
            <a:ext cx="471544" cy="576462"/>
          </a:xfrm>
          <a:prstGeom prst="rect">
            <a:avLst/>
          </a:prstGeom>
        </p:spPr>
      </p:pic>
      <p:pic>
        <p:nvPicPr>
          <p:cNvPr id="82" name="圖片 81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A53048E3-C33F-B40C-FFB9-E8FFC843F5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8540060" y="23405026"/>
            <a:ext cx="471544" cy="576462"/>
          </a:xfrm>
          <a:prstGeom prst="rect">
            <a:avLst/>
          </a:prstGeom>
        </p:spPr>
      </p:pic>
      <p:pic>
        <p:nvPicPr>
          <p:cNvPr id="83" name="圖片 82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FCDC6143-9BD8-A4B9-EDF3-643A2044C8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9569205" y="21717986"/>
            <a:ext cx="471544" cy="576462"/>
          </a:xfrm>
          <a:prstGeom prst="rect">
            <a:avLst/>
          </a:prstGeom>
        </p:spPr>
      </p:pic>
      <p:pic>
        <p:nvPicPr>
          <p:cNvPr id="84" name="圖片 83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9A0D844F-737D-66EE-44B4-36477C2936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9563229" y="19542257"/>
            <a:ext cx="471544" cy="576462"/>
          </a:xfrm>
          <a:prstGeom prst="rect">
            <a:avLst/>
          </a:prstGeom>
        </p:spPr>
      </p:pic>
      <p:pic>
        <p:nvPicPr>
          <p:cNvPr id="85" name="圖片 84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42412119-CCDB-3890-517B-8D621212D6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9557253" y="20627233"/>
            <a:ext cx="471544" cy="576462"/>
          </a:xfrm>
          <a:prstGeom prst="rect">
            <a:avLst/>
          </a:prstGeom>
        </p:spPr>
      </p:pic>
      <p:pic>
        <p:nvPicPr>
          <p:cNvPr id="86" name="圖片 85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12E191FA-8FB9-8C5C-78AE-7B3B641E53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20553832" y="22254343"/>
            <a:ext cx="471544" cy="576462"/>
          </a:xfrm>
          <a:prstGeom prst="rect">
            <a:avLst/>
          </a:prstGeom>
        </p:spPr>
      </p:pic>
      <p:pic>
        <p:nvPicPr>
          <p:cNvPr id="87" name="圖片 86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AE80082A-FA1B-E757-C246-AF36515550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20554130" y="21198615"/>
            <a:ext cx="471544" cy="576462"/>
          </a:xfrm>
          <a:prstGeom prst="rect">
            <a:avLst/>
          </a:prstGeom>
        </p:spPr>
      </p:pic>
      <p:pic>
        <p:nvPicPr>
          <p:cNvPr id="88" name="圖片 87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43A5DA4A-9427-A912-622D-A27E975ABD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20571758" y="20154677"/>
            <a:ext cx="471544" cy="576462"/>
          </a:xfrm>
          <a:prstGeom prst="rect">
            <a:avLst/>
          </a:prstGeom>
        </p:spPr>
      </p:pic>
      <p:pic>
        <p:nvPicPr>
          <p:cNvPr id="89" name="圖片 88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0F7F2353-1CBF-288A-D7E5-8B619806DF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20568770" y="19005546"/>
            <a:ext cx="471544" cy="576462"/>
          </a:xfrm>
          <a:prstGeom prst="rect">
            <a:avLst/>
          </a:prstGeom>
        </p:spPr>
      </p:pic>
      <p:pic>
        <p:nvPicPr>
          <p:cNvPr id="90" name="圖片 89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E58597DB-85D7-E966-36F4-EAB0516AA1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20560106" y="17920570"/>
            <a:ext cx="471544" cy="576462"/>
          </a:xfrm>
          <a:prstGeom prst="rect">
            <a:avLst/>
          </a:prstGeom>
        </p:spPr>
      </p:pic>
      <p:pic>
        <p:nvPicPr>
          <p:cNvPr id="91" name="圖片 90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4F140A2A-D794-9832-47CD-C161532E28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20560106" y="16799135"/>
            <a:ext cx="471544" cy="576462"/>
          </a:xfrm>
          <a:prstGeom prst="rect">
            <a:avLst/>
          </a:prstGeom>
        </p:spPr>
      </p:pic>
      <p:pic>
        <p:nvPicPr>
          <p:cNvPr id="92" name="圖片 91" descr="一張含有 字型, 圖形, 標誌, 符號 的圖片&#10;&#10;自動產生的描述">
            <a:extLst>
              <a:ext uri="{FF2B5EF4-FFF2-40B4-BE49-F238E27FC236}">
                <a16:creationId xmlns:a16="http://schemas.microsoft.com/office/drawing/2014/main" id="{AD363380-0FD0-57B0-2D9C-1140C7F4EA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17" b="80104" l="26667" r="71875">
                        <a14:foregroundMark x1="31458" y1="31250" x2="31458" y2="31250"/>
                        <a14:foregroundMark x1="32708" y1="25833" x2="32708" y2="25833"/>
                        <a14:foregroundMark x1="32500" y1="25833" x2="29583" y2="57500"/>
                        <a14:foregroundMark x1="49801" y1="75828" x2="51875" y2="77708"/>
                        <a14:foregroundMark x1="29583" y1="57500" x2="32305" y2="59967"/>
                        <a14:foregroundMark x1="51875" y1="77708" x2="60625" y2="77813"/>
                        <a14:foregroundMark x1="55313" y1="35104" x2="54397" y2="43713"/>
                        <a14:foregroundMark x1="48958" y1="47708" x2="50521" y2="59792"/>
                        <a14:foregroundMark x1="45729" y1="51875" x2="45709" y2="52346"/>
                        <a14:foregroundMark x1="56771" y1="50833" x2="57500" y2="50833"/>
                        <a14:foregroundMark x1="59167" y1="57292" x2="59167" y2="57292"/>
                        <a14:foregroundMark x1="65625" y1="50104" x2="65625" y2="50104"/>
                        <a14:foregroundMark x1="71771" y1="60625" x2="71771" y2="60625"/>
                        <a14:foregroundMark x1="71563" y1="56667" x2="71563" y2="56667"/>
                        <a14:foregroundMark x1="71250" y1="46875" x2="71250" y2="46875"/>
                        <a14:foregroundMark x1="71875" y1="52708" x2="71875" y2="52708"/>
                        <a14:foregroundMark x1="67396" y1="22917" x2="67396" y2="22917"/>
                        <a14:foregroundMark x1="41771" y1="77396" x2="41771" y2="77396"/>
                        <a14:foregroundMark x1="52604" y1="75521" x2="52604" y2="75521"/>
                        <a14:foregroundMark x1="52083" y1="80208" x2="52083" y2="80208"/>
                        <a14:foregroundMark x1="26667" y1="69167" x2="26667" y2="69167"/>
                        <a14:foregroundMark x1="43438" y1="36979" x2="43438" y2="36979"/>
                        <a14:foregroundMark x1="61771" y1="50625" x2="61771" y2="50625"/>
                        <a14:foregroundMark x1="63021" y1="52708" x2="63021" y2="52708"/>
                        <a14:foregroundMark x1="63021" y1="52500" x2="63021" y2="52500"/>
                        <a14:foregroundMark x1="63021" y1="52812" x2="63021" y2="52812"/>
                        <a14:foregroundMark x1="63021" y1="52500" x2="63021" y2="52500"/>
                        <a14:backgroundMark x1="34167" y1="61979" x2="34167" y2="61979"/>
                        <a14:backgroundMark x1="44063" y1="70938" x2="46458" y2="72708"/>
                        <a14:backgroundMark x1="49167" y1="74688" x2="46458" y2="74063"/>
                        <a14:backgroundMark x1="43750" y1="70417" x2="34583" y2="61667"/>
                        <a14:backgroundMark x1="44167" y1="71250" x2="44167" y2="71250"/>
                        <a14:backgroundMark x1="47083" y1="72292" x2="41979" y2="69896"/>
                        <a14:backgroundMark x1="34271" y1="61458" x2="33854" y2="63750"/>
                        <a14:backgroundMark x1="34167" y1="63750" x2="34167" y2="60000"/>
                        <a14:backgroundMark x1="33750" y1="61458" x2="33542" y2="63750"/>
                        <a14:backgroundMark x1="33542" y1="59792" x2="33854" y2="61979"/>
                        <a14:backgroundMark x1="45208" y1="53542" x2="45729" y2="58333"/>
                        <a14:backgroundMark x1="45521" y1="53750" x2="46458" y2="55937"/>
                        <a14:backgroundMark x1="44375" y1="59688" x2="46458" y2="57292"/>
                        <a14:backgroundMark x1="45417" y1="53542" x2="45833" y2="54896"/>
                        <a14:backgroundMark x1="45417" y1="54271" x2="46250" y2="54271"/>
                        <a14:backgroundMark x1="45104" y1="53750" x2="46250" y2="54375"/>
                        <a14:backgroundMark x1="45833" y1="52396" x2="45000" y2="54375"/>
                        <a14:backgroundMark x1="53750" y1="44063" x2="54688" y2="45625"/>
                        <a14:backgroundMark x1="63542" y1="51875" x2="63125" y2="52396"/>
                        <a14:backgroundMark x1="52500" y1="75104" x2="52500" y2="75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2" t="18955" r="24641" b="17124"/>
          <a:stretch/>
        </p:blipFill>
        <p:spPr>
          <a:xfrm>
            <a:off x="19555759" y="23887938"/>
            <a:ext cx="471544" cy="5764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FF100749-9DD2-E738-651F-A0CD5A8EB5CB}"/>
                  </a:ext>
                </a:extLst>
              </p14:cNvPr>
              <p14:cNvContentPartPr/>
              <p14:nvPr/>
            </p14:nvContentPartPr>
            <p14:xfrm>
              <a:off x="-9945990" y="777033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FF100749-9DD2-E738-651F-A0CD5A8EB5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981990" y="773469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464EE806-87A7-8181-ECCD-90679F53BB88}"/>
                  </a:ext>
                </a:extLst>
              </p14:cNvPr>
              <p14:cNvContentPartPr/>
              <p14:nvPr/>
            </p14:nvContentPartPr>
            <p14:xfrm>
              <a:off x="-15545790" y="8286210"/>
              <a:ext cx="360" cy="36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464EE806-87A7-8181-ECCD-90679F53BB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5554790" y="827721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226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遊戲, 紙牌遊戲, 綠色 的圖片&#10;&#10;自動產生的描述">
            <a:extLst>
              <a:ext uri="{FF2B5EF4-FFF2-40B4-BE49-F238E27FC236}">
                <a16:creationId xmlns:a16="http://schemas.microsoft.com/office/drawing/2014/main" id="{4E5F7790-DC9F-C77A-57EC-CDCAB9D27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7" y="20571128"/>
            <a:ext cx="10287000" cy="10287000"/>
          </a:xfrm>
          <a:prstGeom prst="rect">
            <a:avLst/>
          </a:prstGeom>
        </p:spPr>
      </p:pic>
      <p:pic>
        <p:nvPicPr>
          <p:cNvPr id="5" name="圖片 4" descr="一張含有 文字, 綠色 的圖片&#10;&#10;自動產生的描述">
            <a:extLst>
              <a:ext uri="{FF2B5EF4-FFF2-40B4-BE49-F238E27FC236}">
                <a16:creationId xmlns:a16="http://schemas.microsoft.com/office/drawing/2014/main" id="{0376E006-A8CE-7F64-7688-9161A55E0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6109" y="20571128"/>
            <a:ext cx="10287000" cy="10287000"/>
          </a:xfrm>
          <a:prstGeom prst="rect">
            <a:avLst/>
          </a:prstGeom>
        </p:spPr>
      </p:pic>
      <p:pic>
        <p:nvPicPr>
          <p:cNvPr id="7" name="圖片 6" descr="一張含有 文字, 綠色 的圖片&#10;&#10;自動產生的描述">
            <a:extLst>
              <a:ext uri="{FF2B5EF4-FFF2-40B4-BE49-F238E27FC236}">
                <a16:creationId xmlns:a16="http://schemas.microsoft.com/office/drawing/2014/main" id="{7D41288C-7C78-9736-1136-52BD661949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0" y="20572205"/>
            <a:ext cx="10287000" cy="10287000"/>
          </a:xfrm>
          <a:prstGeom prst="rect">
            <a:avLst/>
          </a:prstGeom>
        </p:spPr>
      </p:pic>
      <p:pic>
        <p:nvPicPr>
          <p:cNvPr id="9" name="圖片 8" descr="一張含有 文字, 圖形, 螢幕擷取畫面, 字型 的圖片&#10;&#10;自動產生的描述">
            <a:extLst>
              <a:ext uri="{FF2B5EF4-FFF2-40B4-BE49-F238E27FC236}">
                <a16:creationId xmlns:a16="http://schemas.microsoft.com/office/drawing/2014/main" id="{B12E5DEB-70ED-1A88-CE08-A48AAA4A6E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8727" y="30859564"/>
            <a:ext cx="10288436" cy="10288436"/>
          </a:xfrm>
          <a:prstGeom prst="rect">
            <a:avLst/>
          </a:prstGeom>
        </p:spPr>
      </p:pic>
      <p:pic>
        <p:nvPicPr>
          <p:cNvPr id="11" name="圖片 10" descr="一張含有 文字, 螢幕擷取畫面, 字型, 筆跡 的圖片&#10;&#10;自動產生的描述">
            <a:extLst>
              <a:ext uri="{FF2B5EF4-FFF2-40B4-BE49-F238E27FC236}">
                <a16:creationId xmlns:a16="http://schemas.microsoft.com/office/drawing/2014/main" id="{EF24EFE5-7E58-DCE7-8EB0-5095B3CCB7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056" y="30859564"/>
            <a:ext cx="10288436" cy="10288436"/>
          </a:xfrm>
          <a:prstGeom prst="rect">
            <a:avLst/>
          </a:prstGeom>
        </p:spPr>
      </p:pic>
      <p:pic>
        <p:nvPicPr>
          <p:cNvPr id="13" name="圖片 12" descr="一張含有 文字, 字型, 螢幕擷取畫面, 筆跡 的圖片&#10;&#10;自動產生的描述">
            <a:extLst>
              <a:ext uri="{FF2B5EF4-FFF2-40B4-BE49-F238E27FC236}">
                <a16:creationId xmlns:a16="http://schemas.microsoft.com/office/drawing/2014/main" id="{BC2B3A07-9128-DB11-100D-26FB2EFD4D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8" y="30859564"/>
            <a:ext cx="10288436" cy="10288436"/>
          </a:xfrm>
          <a:prstGeom prst="rect">
            <a:avLst/>
          </a:prstGeom>
        </p:spPr>
      </p:pic>
      <p:pic>
        <p:nvPicPr>
          <p:cNvPr id="17" name="圖片 16" descr="一張含有 文字, 字型, 螢幕擷取畫面, 圖形 的圖片&#10;&#10;自動產生的描述">
            <a:extLst>
              <a:ext uri="{FF2B5EF4-FFF2-40B4-BE49-F238E27FC236}">
                <a16:creationId xmlns:a16="http://schemas.microsoft.com/office/drawing/2014/main" id="{CB2EF983-6B1B-500C-EF09-34E7811B15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18" name="圖片 17" descr="一張含有 文字, 字型, 螢幕擷取畫面, 圖形 的圖片&#10;&#10;自動產生的描述">
            <a:extLst>
              <a:ext uri="{FF2B5EF4-FFF2-40B4-BE49-F238E27FC236}">
                <a16:creationId xmlns:a16="http://schemas.microsoft.com/office/drawing/2014/main" id="{BA494C36-434F-466B-5DF8-8F59EB0911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328" y="0"/>
            <a:ext cx="10287000" cy="10287000"/>
          </a:xfrm>
          <a:prstGeom prst="rect">
            <a:avLst/>
          </a:prstGeom>
        </p:spPr>
      </p:pic>
      <p:pic>
        <p:nvPicPr>
          <p:cNvPr id="19" name="圖片 18" descr="一張含有 文字, 字型, 螢幕擷取畫面, 圖形 的圖片&#10;&#10;自動產生的描述">
            <a:extLst>
              <a:ext uri="{FF2B5EF4-FFF2-40B4-BE49-F238E27FC236}">
                <a16:creationId xmlns:a16="http://schemas.microsoft.com/office/drawing/2014/main" id="{CE7097C4-A7CD-2335-7A08-73198DCA7A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0" y="0"/>
            <a:ext cx="10287000" cy="10287000"/>
          </a:xfrm>
          <a:prstGeom prst="rect">
            <a:avLst/>
          </a:prstGeom>
        </p:spPr>
      </p:pic>
      <p:pic>
        <p:nvPicPr>
          <p:cNvPr id="20" name="圖片 19" descr="一張含有 文字, 圖形, 螢幕擷取畫面, 字型 的圖片&#10;&#10;自動產生的描述">
            <a:extLst>
              <a:ext uri="{FF2B5EF4-FFF2-40B4-BE49-F238E27FC236}">
                <a16:creationId xmlns:a16="http://schemas.microsoft.com/office/drawing/2014/main" id="{402DC42C-CE40-6A41-E503-5B4B97878B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3455" y="10284846"/>
            <a:ext cx="10288436" cy="10288436"/>
          </a:xfrm>
          <a:prstGeom prst="rect">
            <a:avLst/>
          </a:prstGeom>
        </p:spPr>
      </p:pic>
      <p:pic>
        <p:nvPicPr>
          <p:cNvPr id="21" name="圖片 20" descr="一張含有 文字, 螢幕擷取畫面, 字型, 筆跡 的圖片&#10;&#10;自動產生的描述">
            <a:extLst>
              <a:ext uri="{FF2B5EF4-FFF2-40B4-BE49-F238E27FC236}">
                <a16:creationId xmlns:a16="http://schemas.microsoft.com/office/drawing/2014/main" id="{E9E1C938-50D0-4963-C2BB-3CF3D1F857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784" y="10284846"/>
            <a:ext cx="10288436" cy="10288436"/>
          </a:xfrm>
          <a:prstGeom prst="rect">
            <a:avLst/>
          </a:prstGeom>
        </p:spPr>
      </p:pic>
      <p:pic>
        <p:nvPicPr>
          <p:cNvPr id="22" name="圖片 21" descr="一張含有 文字, 字型, 螢幕擷取畫面, 筆跡 的圖片&#10;&#10;自動產生的描述">
            <a:extLst>
              <a:ext uri="{FF2B5EF4-FFF2-40B4-BE49-F238E27FC236}">
                <a16:creationId xmlns:a16="http://schemas.microsoft.com/office/drawing/2014/main" id="{C8857AC5-370F-58FD-1BC3-A1EC64A596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80" y="10284846"/>
            <a:ext cx="10288436" cy="1028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2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遊戲, 紙牌遊戲, 綠色 的圖片&#10;&#10;自動產生的描述">
            <a:extLst>
              <a:ext uri="{FF2B5EF4-FFF2-40B4-BE49-F238E27FC236}">
                <a16:creationId xmlns:a16="http://schemas.microsoft.com/office/drawing/2014/main" id="{4E5F7790-DC9F-C77A-57EC-CDCAB9D27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8" y="20576872"/>
            <a:ext cx="10287000" cy="10287000"/>
          </a:xfrm>
          <a:prstGeom prst="rect">
            <a:avLst/>
          </a:prstGeom>
        </p:spPr>
      </p:pic>
      <p:pic>
        <p:nvPicPr>
          <p:cNvPr id="5" name="圖片 4" descr="一張含有 文字, 綠色 的圖片&#10;&#10;自動產生的描述">
            <a:extLst>
              <a:ext uri="{FF2B5EF4-FFF2-40B4-BE49-F238E27FC236}">
                <a16:creationId xmlns:a16="http://schemas.microsoft.com/office/drawing/2014/main" id="{0376E006-A8CE-7F64-7688-9161A55E0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178" y="20569692"/>
            <a:ext cx="10287000" cy="10287000"/>
          </a:xfrm>
          <a:prstGeom prst="rect">
            <a:avLst/>
          </a:prstGeom>
        </p:spPr>
      </p:pic>
      <p:pic>
        <p:nvPicPr>
          <p:cNvPr id="7" name="圖片 6" descr="一張含有 文字, 綠色 的圖片&#10;&#10;自動產生的描述">
            <a:extLst>
              <a:ext uri="{FF2B5EF4-FFF2-40B4-BE49-F238E27FC236}">
                <a16:creationId xmlns:a16="http://schemas.microsoft.com/office/drawing/2014/main" id="{7D41288C-7C78-9736-1136-52BD661949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7835" y="20571846"/>
            <a:ext cx="10287000" cy="10287000"/>
          </a:xfrm>
          <a:prstGeom prst="rect">
            <a:avLst/>
          </a:prstGeom>
        </p:spPr>
      </p:pic>
      <p:pic>
        <p:nvPicPr>
          <p:cNvPr id="9" name="圖片 8" descr="一張含有 文字, 圖形, 螢幕擷取畫面, 字型 的圖片&#10;&#10;自動產生的描述">
            <a:extLst>
              <a:ext uri="{FF2B5EF4-FFF2-40B4-BE49-F238E27FC236}">
                <a16:creationId xmlns:a16="http://schemas.microsoft.com/office/drawing/2014/main" id="{B12E5DEB-70ED-1A88-CE08-A48AAA4A6E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8727" y="30859564"/>
            <a:ext cx="10288436" cy="10288436"/>
          </a:xfrm>
          <a:prstGeom prst="rect">
            <a:avLst/>
          </a:prstGeom>
        </p:spPr>
      </p:pic>
      <p:pic>
        <p:nvPicPr>
          <p:cNvPr id="11" name="圖片 10" descr="一張含有 文字, 螢幕擷取畫面, 字型, 筆跡 的圖片&#10;&#10;自動產生的描述">
            <a:extLst>
              <a:ext uri="{FF2B5EF4-FFF2-40B4-BE49-F238E27FC236}">
                <a16:creationId xmlns:a16="http://schemas.microsoft.com/office/drawing/2014/main" id="{EF24EFE5-7E58-DCE7-8EB0-5095B3CCB7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056" y="30859564"/>
            <a:ext cx="10288436" cy="10288436"/>
          </a:xfrm>
          <a:prstGeom prst="rect">
            <a:avLst/>
          </a:prstGeom>
        </p:spPr>
      </p:pic>
      <p:pic>
        <p:nvPicPr>
          <p:cNvPr id="13" name="圖片 12" descr="一張含有 文字, 字型, 螢幕擷取畫面, 筆跡 的圖片&#10;&#10;自動產生的描述">
            <a:extLst>
              <a:ext uri="{FF2B5EF4-FFF2-40B4-BE49-F238E27FC236}">
                <a16:creationId xmlns:a16="http://schemas.microsoft.com/office/drawing/2014/main" id="{BC2B3A07-9128-DB11-100D-26FB2EFD4D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8" y="30859564"/>
            <a:ext cx="10288436" cy="10288436"/>
          </a:xfrm>
          <a:prstGeom prst="rect">
            <a:avLst/>
          </a:prstGeom>
        </p:spPr>
      </p:pic>
      <p:pic>
        <p:nvPicPr>
          <p:cNvPr id="17" name="圖片 16" descr="一張含有 文字, 字型, 螢幕擷取畫面, 圖形 的圖片&#10;&#10;自動產生的描述">
            <a:extLst>
              <a:ext uri="{FF2B5EF4-FFF2-40B4-BE49-F238E27FC236}">
                <a16:creationId xmlns:a16="http://schemas.microsoft.com/office/drawing/2014/main" id="{CB2EF983-6B1B-500C-EF09-34E7811B15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" y="10284128"/>
            <a:ext cx="10287000" cy="10287000"/>
          </a:xfrm>
          <a:prstGeom prst="rect">
            <a:avLst/>
          </a:prstGeom>
        </p:spPr>
      </p:pic>
      <p:pic>
        <p:nvPicPr>
          <p:cNvPr id="18" name="圖片 17" descr="一張含有 文字, 字型, 螢幕擷取畫面, 圖形 的圖片&#10;&#10;自動產生的描述">
            <a:extLst>
              <a:ext uri="{FF2B5EF4-FFF2-40B4-BE49-F238E27FC236}">
                <a16:creationId xmlns:a16="http://schemas.microsoft.com/office/drawing/2014/main" id="{BA494C36-434F-466B-5DF8-8F59EB0911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163" y="10284128"/>
            <a:ext cx="10287000" cy="10287000"/>
          </a:xfrm>
          <a:prstGeom prst="rect">
            <a:avLst/>
          </a:prstGeom>
        </p:spPr>
      </p:pic>
      <p:pic>
        <p:nvPicPr>
          <p:cNvPr id="19" name="圖片 18" descr="一張含有 文字, 字型, 螢幕擷取畫面, 圖形 的圖片&#10;&#10;自動產生的描述">
            <a:extLst>
              <a:ext uri="{FF2B5EF4-FFF2-40B4-BE49-F238E27FC236}">
                <a16:creationId xmlns:a16="http://schemas.microsoft.com/office/drawing/2014/main" id="{CE7097C4-A7CD-2335-7A08-73198DCA7A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7835" y="10284128"/>
            <a:ext cx="10287000" cy="10287000"/>
          </a:xfrm>
          <a:prstGeom prst="rect">
            <a:avLst/>
          </a:prstGeom>
        </p:spPr>
      </p:pic>
      <p:pic>
        <p:nvPicPr>
          <p:cNvPr id="4" name="圖片 3" descr="一張含有 文字, 字型, 螢幕擷取畫面, 圖形 的圖片&#10;&#10;自動產生的描述">
            <a:extLst>
              <a:ext uri="{FF2B5EF4-FFF2-40B4-BE49-F238E27FC236}">
                <a16:creationId xmlns:a16="http://schemas.microsoft.com/office/drawing/2014/main" id="{D8F48B7A-3E38-3058-7AD2-8AD8E0D524E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3704" r="91759">
                        <a14:foregroundMark x1="8519" y1="36944" x2="23241" y2="37685"/>
                        <a14:foregroundMark x1="23241" y1="37685" x2="47407" y2="37130"/>
                        <a14:foregroundMark x1="47407" y1="37130" x2="90093" y2="37130"/>
                        <a14:foregroundMark x1="11019" y1="31667" x2="82870" y2="31667"/>
                        <a14:foregroundMark x1="82870" y1="31667" x2="86481" y2="31204"/>
                        <a14:foregroundMark x1="6667" y1="41296" x2="72315" y2="41296"/>
                        <a14:foregroundMark x1="72315" y1="41296" x2="89352" y2="41019"/>
                        <a14:foregroundMark x1="89352" y1="41019" x2="90093" y2="41019"/>
                        <a14:foregroundMark x1="10833" y1="43981" x2="51944" y2="42685"/>
                        <a14:foregroundMark x1="51944" y1="42685" x2="89907" y2="42685"/>
                        <a14:foregroundMark x1="12407" y1="29630" x2="66667" y2="32222"/>
                        <a14:foregroundMark x1="66667" y1="32222" x2="86204" y2="30556"/>
                        <a14:foregroundMark x1="86204" y1="30556" x2="88981" y2="30556"/>
                        <a14:foregroundMark x1="29259" y1="28241" x2="77778" y2="29444"/>
                        <a14:foregroundMark x1="12593" y1="29444" x2="30185" y2="29444"/>
                        <a14:foregroundMark x1="3704" y1="44259" x2="36759" y2="44259"/>
                        <a14:foregroundMark x1="5556" y1="35370" x2="14259" y2="32870"/>
                        <a14:foregroundMark x1="85556" y1="33796" x2="88519" y2="32407"/>
                        <a14:foregroundMark x1="90556" y1="41296" x2="91759" y2="40370"/>
                        <a14:foregroundMark x1="13981" y1="53148" x2="22222" y2="52963"/>
                        <a14:foregroundMark x1="22222" y1="52963" x2="83056" y2="56574"/>
                        <a14:foregroundMark x1="83056" y1="56574" x2="86204" y2="56111"/>
                        <a14:foregroundMark x1="15833" y1="62222" x2="86111" y2="64537"/>
                        <a14:foregroundMark x1="86111" y1="64537" x2="87593" y2="64259"/>
                        <a14:foregroundMark x1="8981" y1="64259" x2="22870" y2="63611"/>
                        <a14:foregroundMark x1="19722" y1="53796" x2="28519" y2="53333"/>
                        <a14:foregroundMark x1="28519" y1="53333" x2="84444" y2="53333"/>
                        <a14:foregroundMark x1="13519" y1="52222" x2="42037" y2="52222"/>
                        <a14:foregroundMark x1="7407" y1="63148" x2="16481" y2="53611"/>
                        <a14:foregroundMark x1="13796" y1="54074" x2="7963" y2="60741"/>
                        <a14:foregroundMark x1="7963" y1="60741" x2="7130" y2="63426"/>
                        <a14:foregroundMark x1="6944" y1="67963" x2="69352" y2="66389"/>
                        <a14:foregroundMark x1="69352" y1="66389" x2="82130" y2="66389"/>
                        <a14:foregroundMark x1="72778" y1="52870" x2="77778" y2="52407"/>
                        <a14:foregroundMark x1="77778" y1="52407" x2="84167" y2="52685"/>
                        <a14:backgroundMark x1="15370" y1="15556" x2="36852" y2="15741"/>
                        <a14:backgroundMark x1="36852" y1="15741" x2="84074" y2="15093"/>
                        <a14:backgroundMark x1="84074" y1="15093" x2="97870" y2="15093"/>
                        <a14:backgroundMark x1="97870" y1="15093" x2="99907" y2="148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408" r="5319" b="28412"/>
          <a:stretch/>
        </p:blipFill>
        <p:spPr>
          <a:xfrm>
            <a:off x="7643278" y="32108838"/>
            <a:ext cx="15612799" cy="777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19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106</TotalTime>
  <Words>0</Words>
  <Application>Microsoft Office PowerPoint</Application>
  <PresentationFormat>自訂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意群_蕭_111072201</dc:creator>
  <cp:lastModifiedBy>意群_蕭_111072201</cp:lastModifiedBy>
  <cp:revision>8</cp:revision>
  <dcterms:created xsi:type="dcterms:W3CDTF">2023-06-14T09:21:12Z</dcterms:created>
  <dcterms:modified xsi:type="dcterms:W3CDTF">2023-06-23T20:26:11Z</dcterms:modified>
</cp:coreProperties>
</file>