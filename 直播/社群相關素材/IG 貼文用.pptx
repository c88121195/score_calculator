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</p:sldIdLst>
  <p:sldSz cx="10287000" cy="10287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67FC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>
        <p:scale>
          <a:sx n="33" d="100"/>
          <a:sy n="33" d="100"/>
        </p:scale>
        <p:origin x="2074" y="8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71525" y="1683545"/>
            <a:ext cx="8743950" cy="3581400"/>
          </a:xfrm>
        </p:spPr>
        <p:txBody>
          <a:bodyPr anchor="b"/>
          <a:lstStyle>
            <a:lvl1pPr algn="ctr">
              <a:defRPr sz="675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85875" y="5403057"/>
            <a:ext cx="7715250" cy="2483643"/>
          </a:xfrm>
        </p:spPr>
        <p:txBody>
          <a:bodyPr/>
          <a:lstStyle>
            <a:lvl1pPr marL="0" indent="0" algn="ctr">
              <a:buNone/>
              <a:defRPr sz="2700"/>
            </a:lvl1pPr>
            <a:lvl2pPr marL="514350" indent="0" algn="ctr">
              <a:buNone/>
              <a:defRPr sz="2250"/>
            </a:lvl2pPr>
            <a:lvl3pPr marL="1028700" indent="0" algn="ctr">
              <a:buNone/>
              <a:defRPr sz="2025"/>
            </a:lvl3pPr>
            <a:lvl4pPr marL="1543050" indent="0" algn="ctr">
              <a:buNone/>
              <a:defRPr sz="1800"/>
            </a:lvl4pPr>
            <a:lvl5pPr marL="2057400" indent="0" algn="ctr">
              <a:buNone/>
              <a:defRPr sz="1800"/>
            </a:lvl5pPr>
            <a:lvl6pPr marL="2571750" indent="0" algn="ctr">
              <a:buNone/>
              <a:defRPr sz="1800"/>
            </a:lvl6pPr>
            <a:lvl7pPr marL="3086100" indent="0" algn="ctr">
              <a:buNone/>
              <a:defRPr sz="1800"/>
            </a:lvl7pPr>
            <a:lvl8pPr marL="3600450" indent="0" algn="ctr">
              <a:buNone/>
              <a:defRPr sz="1800"/>
            </a:lvl8pPr>
            <a:lvl9pPr marL="4114800" indent="0" algn="ctr">
              <a:buNone/>
              <a:defRPr sz="1800"/>
            </a:lvl9pPr>
          </a:lstStyle>
          <a:p>
            <a:r>
              <a:rPr lang="zh-TW" altLang="en-US"/>
              <a:t>按一下以編輯母片子標題樣式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BC0E85-58EA-40F8-8A5B-0FBD9341F932}" type="datetimeFigureOut">
              <a:rPr lang="zh-TW" altLang="en-US" smtClean="0"/>
              <a:t>2023/6/10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76390E-3EFD-4684-9B26-5F57955C230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095136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BC0E85-58EA-40F8-8A5B-0FBD9341F932}" type="datetimeFigureOut">
              <a:rPr lang="zh-TW" altLang="en-US" smtClean="0"/>
              <a:t>2023/6/10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76390E-3EFD-4684-9B26-5F57955C230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85341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1874" y="2564609"/>
            <a:ext cx="8872538" cy="4279106"/>
          </a:xfrm>
        </p:spPr>
        <p:txBody>
          <a:bodyPr anchor="b"/>
          <a:lstStyle>
            <a:lvl1pPr>
              <a:defRPr sz="675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01874" y="6884197"/>
            <a:ext cx="8872538" cy="2250281"/>
          </a:xfrm>
        </p:spPr>
        <p:txBody>
          <a:bodyPr/>
          <a:lstStyle>
            <a:lvl1pPr marL="0" indent="0">
              <a:buNone/>
              <a:defRPr sz="2700">
                <a:solidFill>
                  <a:schemeClr val="tx1"/>
                </a:solidFill>
              </a:defRPr>
            </a:lvl1pPr>
            <a:lvl2pPr marL="514350" indent="0">
              <a:buNone/>
              <a:defRPr sz="2250">
                <a:solidFill>
                  <a:schemeClr val="tx1">
                    <a:tint val="75000"/>
                  </a:schemeClr>
                </a:solidFill>
              </a:defRPr>
            </a:lvl2pPr>
            <a:lvl3pPr marL="1028700" indent="0">
              <a:buNone/>
              <a:defRPr sz="2025">
                <a:solidFill>
                  <a:schemeClr val="tx1">
                    <a:tint val="75000"/>
                  </a:schemeClr>
                </a:solidFill>
              </a:defRPr>
            </a:lvl3pPr>
            <a:lvl4pPr marL="154305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4pPr>
            <a:lvl5pPr marL="2057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5pPr>
            <a:lvl6pPr marL="257175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6pPr>
            <a:lvl7pPr marL="30861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7pPr>
            <a:lvl8pPr marL="360045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8pPr>
            <a:lvl9pPr marL="41148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BC0E85-58EA-40F8-8A5B-0FBD9341F932}" type="datetimeFigureOut">
              <a:rPr lang="zh-TW" altLang="en-US" smtClean="0"/>
              <a:t>2023/6/10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76390E-3EFD-4684-9B26-5F57955C230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946154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07231" y="2738438"/>
            <a:ext cx="4371975" cy="6527007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07794" y="2738438"/>
            <a:ext cx="4371975" cy="6527007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BC0E85-58EA-40F8-8A5B-0FBD9341F932}" type="datetimeFigureOut">
              <a:rPr lang="zh-TW" altLang="en-US" smtClean="0"/>
              <a:t>2023/6/10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76390E-3EFD-4684-9B26-5F57955C230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065137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8571" y="547690"/>
            <a:ext cx="8872538" cy="1988345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08572" y="2521745"/>
            <a:ext cx="4351883" cy="1235868"/>
          </a:xfrm>
        </p:spPr>
        <p:txBody>
          <a:bodyPr anchor="b"/>
          <a:lstStyle>
            <a:lvl1pPr marL="0" indent="0">
              <a:buNone/>
              <a:defRPr sz="2700" b="1"/>
            </a:lvl1pPr>
            <a:lvl2pPr marL="514350" indent="0">
              <a:buNone/>
              <a:defRPr sz="2250" b="1"/>
            </a:lvl2pPr>
            <a:lvl3pPr marL="1028700" indent="0">
              <a:buNone/>
              <a:defRPr sz="2025" b="1"/>
            </a:lvl3pPr>
            <a:lvl4pPr marL="1543050" indent="0">
              <a:buNone/>
              <a:defRPr sz="1800" b="1"/>
            </a:lvl4pPr>
            <a:lvl5pPr marL="2057400" indent="0">
              <a:buNone/>
              <a:defRPr sz="1800" b="1"/>
            </a:lvl5pPr>
            <a:lvl6pPr marL="2571750" indent="0">
              <a:buNone/>
              <a:defRPr sz="1800" b="1"/>
            </a:lvl6pPr>
            <a:lvl7pPr marL="3086100" indent="0">
              <a:buNone/>
              <a:defRPr sz="1800" b="1"/>
            </a:lvl7pPr>
            <a:lvl8pPr marL="3600450" indent="0">
              <a:buNone/>
              <a:defRPr sz="1800" b="1"/>
            </a:lvl8pPr>
            <a:lvl9pPr marL="4114800" indent="0">
              <a:buNone/>
              <a:defRPr sz="18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08572" y="3757613"/>
            <a:ext cx="4351883" cy="5526882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207794" y="2521745"/>
            <a:ext cx="4373315" cy="1235868"/>
          </a:xfrm>
        </p:spPr>
        <p:txBody>
          <a:bodyPr anchor="b"/>
          <a:lstStyle>
            <a:lvl1pPr marL="0" indent="0">
              <a:buNone/>
              <a:defRPr sz="2700" b="1"/>
            </a:lvl1pPr>
            <a:lvl2pPr marL="514350" indent="0">
              <a:buNone/>
              <a:defRPr sz="2250" b="1"/>
            </a:lvl2pPr>
            <a:lvl3pPr marL="1028700" indent="0">
              <a:buNone/>
              <a:defRPr sz="2025" b="1"/>
            </a:lvl3pPr>
            <a:lvl4pPr marL="1543050" indent="0">
              <a:buNone/>
              <a:defRPr sz="1800" b="1"/>
            </a:lvl4pPr>
            <a:lvl5pPr marL="2057400" indent="0">
              <a:buNone/>
              <a:defRPr sz="1800" b="1"/>
            </a:lvl5pPr>
            <a:lvl6pPr marL="2571750" indent="0">
              <a:buNone/>
              <a:defRPr sz="1800" b="1"/>
            </a:lvl6pPr>
            <a:lvl7pPr marL="3086100" indent="0">
              <a:buNone/>
              <a:defRPr sz="1800" b="1"/>
            </a:lvl7pPr>
            <a:lvl8pPr marL="3600450" indent="0">
              <a:buNone/>
              <a:defRPr sz="1800" b="1"/>
            </a:lvl8pPr>
            <a:lvl9pPr marL="4114800" indent="0">
              <a:buNone/>
              <a:defRPr sz="18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207794" y="3757613"/>
            <a:ext cx="4373315" cy="5526882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BC0E85-58EA-40F8-8A5B-0FBD9341F932}" type="datetimeFigureOut">
              <a:rPr lang="zh-TW" altLang="en-US" smtClean="0"/>
              <a:t>2023/6/10</a:t>
            </a:fld>
            <a:endParaRPr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76390E-3EFD-4684-9B26-5F57955C230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518513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BC0E85-58EA-40F8-8A5B-0FBD9341F932}" type="datetimeFigureOut">
              <a:rPr lang="zh-TW" altLang="en-US" smtClean="0"/>
              <a:t>2023/6/10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76390E-3EFD-4684-9B26-5F57955C230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820348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BC0E85-58EA-40F8-8A5B-0FBD9341F932}" type="datetimeFigureOut">
              <a:rPr lang="zh-TW" altLang="en-US" smtClean="0"/>
              <a:t>2023/6/10</a:t>
            </a:fld>
            <a:endParaRPr lang="zh-TW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76390E-3EFD-4684-9B26-5F57955C230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085647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8571" y="685800"/>
            <a:ext cx="3317825" cy="2400300"/>
          </a:xfrm>
        </p:spPr>
        <p:txBody>
          <a:bodyPr anchor="b"/>
          <a:lstStyle>
            <a:lvl1pPr>
              <a:defRPr sz="36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373315" y="1481140"/>
            <a:ext cx="5207794" cy="7310438"/>
          </a:xfrm>
        </p:spPr>
        <p:txBody>
          <a:bodyPr/>
          <a:lstStyle>
            <a:lvl1pPr>
              <a:defRPr sz="3600"/>
            </a:lvl1pPr>
            <a:lvl2pPr>
              <a:defRPr sz="3150"/>
            </a:lvl2pPr>
            <a:lvl3pPr>
              <a:defRPr sz="2700"/>
            </a:lvl3pPr>
            <a:lvl4pPr>
              <a:defRPr sz="2250"/>
            </a:lvl4pPr>
            <a:lvl5pPr>
              <a:defRPr sz="2250"/>
            </a:lvl5pPr>
            <a:lvl6pPr>
              <a:defRPr sz="2250"/>
            </a:lvl6pPr>
            <a:lvl7pPr>
              <a:defRPr sz="2250"/>
            </a:lvl7pPr>
            <a:lvl8pPr>
              <a:defRPr sz="2250"/>
            </a:lvl8pPr>
            <a:lvl9pPr>
              <a:defRPr sz="225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08571" y="3086100"/>
            <a:ext cx="3317825" cy="5717382"/>
          </a:xfrm>
        </p:spPr>
        <p:txBody>
          <a:bodyPr/>
          <a:lstStyle>
            <a:lvl1pPr marL="0" indent="0">
              <a:buNone/>
              <a:defRPr sz="1800"/>
            </a:lvl1pPr>
            <a:lvl2pPr marL="514350" indent="0">
              <a:buNone/>
              <a:defRPr sz="1575"/>
            </a:lvl2pPr>
            <a:lvl3pPr marL="1028700" indent="0">
              <a:buNone/>
              <a:defRPr sz="1350"/>
            </a:lvl3pPr>
            <a:lvl4pPr marL="1543050" indent="0">
              <a:buNone/>
              <a:defRPr sz="1125"/>
            </a:lvl4pPr>
            <a:lvl5pPr marL="2057400" indent="0">
              <a:buNone/>
              <a:defRPr sz="1125"/>
            </a:lvl5pPr>
            <a:lvl6pPr marL="2571750" indent="0">
              <a:buNone/>
              <a:defRPr sz="1125"/>
            </a:lvl6pPr>
            <a:lvl7pPr marL="3086100" indent="0">
              <a:buNone/>
              <a:defRPr sz="1125"/>
            </a:lvl7pPr>
            <a:lvl8pPr marL="3600450" indent="0">
              <a:buNone/>
              <a:defRPr sz="1125"/>
            </a:lvl8pPr>
            <a:lvl9pPr marL="4114800" indent="0">
              <a:buNone/>
              <a:defRPr sz="1125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BC0E85-58EA-40F8-8A5B-0FBD9341F932}" type="datetimeFigureOut">
              <a:rPr lang="zh-TW" altLang="en-US" smtClean="0"/>
              <a:t>2023/6/10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76390E-3EFD-4684-9B26-5F57955C230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468235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8571" y="685800"/>
            <a:ext cx="3317825" cy="2400300"/>
          </a:xfrm>
        </p:spPr>
        <p:txBody>
          <a:bodyPr anchor="b"/>
          <a:lstStyle>
            <a:lvl1pPr>
              <a:defRPr sz="36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373315" y="1481140"/>
            <a:ext cx="5207794" cy="7310438"/>
          </a:xfrm>
        </p:spPr>
        <p:txBody>
          <a:bodyPr anchor="t"/>
          <a:lstStyle>
            <a:lvl1pPr marL="0" indent="0">
              <a:buNone/>
              <a:defRPr sz="3600"/>
            </a:lvl1pPr>
            <a:lvl2pPr marL="514350" indent="0">
              <a:buNone/>
              <a:defRPr sz="3150"/>
            </a:lvl2pPr>
            <a:lvl3pPr marL="1028700" indent="0">
              <a:buNone/>
              <a:defRPr sz="2700"/>
            </a:lvl3pPr>
            <a:lvl4pPr marL="1543050" indent="0">
              <a:buNone/>
              <a:defRPr sz="2250"/>
            </a:lvl4pPr>
            <a:lvl5pPr marL="2057400" indent="0">
              <a:buNone/>
              <a:defRPr sz="2250"/>
            </a:lvl5pPr>
            <a:lvl6pPr marL="2571750" indent="0">
              <a:buNone/>
              <a:defRPr sz="2250"/>
            </a:lvl6pPr>
            <a:lvl7pPr marL="3086100" indent="0">
              <a:buNone/>
              <a:defRPr sz="2250"/>
            </a:lvl7pPr>
            <a:lvl8pPr marL="3600450" indent="0">
              <a:buNone/>
              <a:defRPr sz="2250"/>
            </a:lvl8pPr>
            <a:lvl9pPr marL="4114800" indent="0">
              <a:buNone/>
              <a:defRPr sz="2250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08571" y="3086100"/>
            <a:ext cx="3317825" cy="5717382"/>
          </a:xfrm>
        </p:spPr>
        <p:txBody>
          <a:bodyPr/>
          <a:lstStyle>
            <a:lvl1pPr marL="0" indent="0">
              <a:buNone/>
              <a:defRPr sz="1800"/>
            </a:lvl1pPr>
            <a:lvl2pPr marL="514350" indent="0">
              <a:buNone/>
              <a:defRPr sz="1575"/>
            </a:lvl2pPr>
            <a:lvl3pPr marL="1028700" indent="0">
              <a:buNone/>
              <a:defRPr sz="1350"/>
            </a:lvl3pPr>
            <a:lvl4pPr marL="1543050" indent="0">
              <a:buNone/>
              <a:defRPr sz="1125"/>
            </a:lvl4pPr>
            <a:lvl5pPr marL="2057400" indent="0">
              <a:buNone/>
              <a:defRPr sz="1125"/>
            </a:lvl5pPr>
            <a:lvl6pPr marL="2571750" indent="0">
              <a:buNone/>
              <a:defRPr sz="1125"/>
            </a:lvl6pPr>
            <a:lvl7pPr marL="3086100" indent="0">
              <a:buNone/>
              <a:defRPr sz="1125"/>
            </a:lvl7pPr>
            <a:lvl8pPr marL="3600450" indent="0">
              <a:buNone/>
              <a:defRPr sz="1125"/>
            </a:lvl8pPr>
            <a:lvl9pPr marL="4114800" indent="0">
              <a:buNone/>
              <a:defRPr sz="1125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BC0E85-58EA-40F8-8A5B-0FBD9341F932}" type="datetimeFigureOut">
              <a:rPr lang="zh-TW" altLang="en-US" smtClean="0"/>
              <a:t>2023/6/10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76390E-3EFD-4684-9B26-5F57955C230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970478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BC0E85-58EA-40F8-8A5B-0FBD9341F932}" type="datetimeFigureOut">
              <a:rPr lang="zh-TW" altLang="en-US" smtClean="0"/>
              <a:t>2023/6/10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76390E-3EFD-4684-9B26-5F57955C230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055315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361635" y="547688"/>
            <a:ext cx="2218134" cy="8717757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07232" y="547688"/>
            <a:ext cx="6525816" cy="8717757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BC0E85-58EA-40F8-8A5B-0FBD9341F932}" type="datetimeFigureOut">
              <a:rPr lang="zh-TW" altLang="en-US" smtClean="0"/>
              <a:t>2023/6/10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76390E-3EFD-4684-9B26-5F57955C230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334524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07231" y="547690"/>
            <a:ext cx="8872538" cy="198834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07231" y="2738438"/>
            <a:ext cx="8872538" cy="65270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07231" y="9534527"/>
            <a:ext cx="2314575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BC0E85-58EA-40F8-8A5B-0FBD9341F932}" type="datetimeFigureOut">
              <a:rPr lang="zh-TW" altLang="en-US" smtClean="0"/>
              <a:t>2023/6/10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07569" y="9534527"/>
            <a:ext cx="3471863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3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265194" y="9534527"/>
            <a:ext cx="2314575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3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76390E-3EFD-4684-9B26-5F57955C230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833086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1028700" rtl="0" eaLnBrk="1" latinLnBrk="0" hangingPunct="1">
        <a:lnSpc>
          <a:spcPct val="90000"/>
        </a:lnSpc>
        <a:spcBef>
          <a:spcPct val="0"/>
        </a:spcBef>
        <a:buNone/>
        <a:defRPr sz="495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7175" indent="-257175" algn="l" defTabSz="1028700" rtl="0" eaLnBrk="1" latinLnBrk="0" hangingPunct="1">
        <a:lnSpc>
          <a:spcPct val="90000"/>
        </a:lnSpc>
        <a:spcBef>
          <a:spcPts val="1125"/>
        </a:spcBef>
        <a:buFont typeface="Arial" panose="020B0604020202020204" pitchFamily="34" charset="0"/>
        <a:buChar char="•"/>
        <a:defRPr sz="3150" kern="1200">
          <a:solidFill>
            <a:schemeClr val="tx1"/>
          </a:solidFill>
          <a:latin typeface="+mn-lt"/>
          <a:ea typeface="+mn-ea"/>
          <a:cs typeface="+mn-cs"/>
        </a:defRPr>
      </a:lvl1pPr>
      <a:lvl2pPr marL="771525" indent="-257175" algn="l" defTabSz="1028700" rtl="0" eaLnBrk="1" latinLnBrk="0" hangingPunct="1">
        <a:lnSpc>
          <a:spcPct val="90000"/>
        </a:lnSpc>
        <a:spcBef>
          <a:spcPts val="563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2pPr>
      <a:lvl3pPr marL="1285875" indent="-257175" algn="l" defTabSz="1028700" rtl="0" eaLnBrk="1" latinLnBrk="0" hangingPunct="1">
        <a:lnSpc>
          <a:spcPct val="90000"/>
        </a:lnSpc>
        <a:spcBef>
          <a:spcPts val="563"/>
        </a:spcBef>
        <a:buFont typeface="Arial" panose="020B0604020202020204" pitchFamily="34" charset="0"/>
        <a:buChar char="•"/>
        <a:defRPr sz="2250" kern="1200">
          <a:solidFill>
            <a:schemeClr val="tx1"/>
          </a:solidFill>
          <a:latin typeface="+mn-lt"/>
          <a:ea typeface="+mn-ea"/>
          <a:cs typeface="+mn-cs"/>
        </a:defRPr>
      </a:lvl3pPr>
      <a:lvl4pPr marL="1800225" indent="-257175" algn="l" defTabSz="1028700" rtl="0" eaLnBrk="1" latinLnBrk="0" hangingPunct="1">
        <a:lnSpc>
          <a:spcPct val="90000"/>
        </a:lnSpc>
        <a:spcBef>
          <a:spcPts val="563"/>
        </a:spcBef>
        <a:buFont typeface="Arial" panose="020B0604020202020204" pitchFamily="34" charset="0"/>
        <a:buChar char="•"/>
        <a:defRPr sz="2025" kern="1200">
          <a:solidFill>
            <a:schemeClr val="tx1"/>
          </a:solidFill>
          <a:latin typeface="+mn-lt"/>
          <a:ea typeface="+mn-ea"/>
          <a:cs typeface="+mn-cs"/>
        </a:defRPr>
      </a:lvl4pPr>
      <a:lvl5pPr marL="2314575" indent="-257175" algn="l" defTabSz="1028700" rtl="0" eaLnBrk="1" latinLnBrk="0" hangingPunct="1">
        <a:lnSpc>
          <a:spcPct val="90000"/>
        </a:lnSpc>
        <a:spcBef>
          <a:spcPts val="563"/>
        </a:spcBef>
        <a:buFont typeface="Arial" panose="020B0604020202020204" pitchFamily="34" charset="0"/>
        <a:buChar char="•"/>
        <a:defRPr sz="2025" kern="1200">
          <a:solidFill>
            <a:schemeClr val="tx1"/>
          </a:solidFill>
          <a:latin typeface="+mn-lt"/>
          <a:ea typeface="+mn-ea"/>
          <a:cs typeface="+mn-cs"/>
        </a:defRPr>
      </a:lvl5pPr>
      <a:lvl6pPr marL="2828925" indent="-257175" algn="l" defTabSz="1028700" rtl="0" eaLnBrk="1" latinLnBrk="0" hangingPunct="1">
        <a:lnSpc>
          <a:spcPct val="90000"/>
        </a:lnSpc>
        <a:spcBef>
          <a:spcPts val="563"/>
        </a:spcBef>
        <a:buFont typeface="Arial" panose="020B0604020202020204" pitchFamily="34" charset="0"/>
        <a:buChar char="•"/>
        <a:defRPr sz="2025" kern="1200">
          <a:solidFill>
            <a:schemeClr val="tx1"/>
          </a:solidFill>
          <a:latin typeface="+mn-lt"/>
          <a:ea typeface="+mn-ea"/>
          <a:cs typeface="+mn-cs"/>
        </a:defRPr>
      </a:lvl6pPr>
      <a:lvl7pPr marL="3343275" indent="-257175" algn="l" defTabSz="1028700" rtl="0" eaLnBrk="1" latinLnBrk="0" hangingPunct="1">
        <a:lnSpc>
          <a:spcPct val="90000"/>
        </a:lnSpc>
        <a:spcBef>
          <a:spcPts val="563"/>
        </a:spcBef>
        <a:buFont typeface="Arial" panose="020B0604020202020204" pitchFamily="34" charset="0"/>
        <a:buChar char="•"/>
        <a:defRPr sz="2025" kern="1200">
          <a:solidFill>
            <a:schemeClr val="tx1"/>
          </a:solidFill>
          <a:latin typeface="+mn-lt"/>
          <a:ea typeface="+mn-ea"/>
          <a:cs typeface="+mn-cs"/>
        </a:defRPr>
      </a:lvl7pPr>
      <a:lvl8pPr marL="3857625" indent="-257175" algn="l" defTabSz="1028700" rtl="0" eaLnBrk="1" latinLnBrk="0" hangingPunct="1">
        <a:lnSpc>
          <a:spcPct val="90000"/>
        </a:lnSpc>
        <a:spcBef>
          <a:spcPts val="563"/>
        </a:spcBef>
        <a:buFont typeface="Arial" panose="020B0604020202020204" pitchFamily="34" charset="0"/>
        <a:buChar char="•"/>
        <a:defRPr sz="2025" kern="1200">
          <a:solidFill>
            <a:schemeClr val="tx1"/>
          </a:solidFill>
          <a:latin typeface="+mn-lt"/>
          <a:ea typeface="+mn-ea"/>
          <a:cs typeface="+mn-cs"/>
        </a:defRPr>
      </a:lvl8pPr>
      <a:lvl9pPr marL="4371975" indent="-257175" algn="l" defTabSz="1028700" rtl="0" eaLnBrk="1" latinLnBrk="0" hangingPunct="1">
        <a:lnSpc>
          <a:spcPct val="90000"/>
        </a:lnSpc>
        <a:spcBef>
          <a:spcPts val="563"/>
        </a:spcBef>
        <a:buFont typeface="Arial" panose="020B0604020202020204" pitchFamily="34" charset="0"/>
        <a:buChar char="•"/>
        <a:defRPr sz="202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28700" rtl="0" eaLnBrk="1" latinLnBrk="0" hangingPunct="1">
        <a:defRPr sz="2025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algn="l" defTabSz="1028700" rtl="0" eaLnBrk="1" latinLnBrk="0" hangingPunct="1">
        <a:defRPr sz="2025" kern="1200">
          <a:solidFill>
            <a:schemeClr val="tx1"/>
          </a:solidFill>
          <a:latin typeface="+mn-lt"/>
          <a:ea typeface="+mn-ea"/>
          <a:cs typeface="+mn-cs"/>
        </a:defRPr>
      </a:lvl2pPr>
      <a:lvl3pPr marL="1028700" algn="l" defTabSz="1028700" rtl="0" eaLnBrk="1" latinLnBrk="0" hangingPunct="1">
        <a:defRPr sz="2025" kern="1200">
          <a:solidFill>
            <a:schemeClr val="tx1"/>
          </a:solidFill>
          <a:latin typeface="+mn-lt"/>
          <a:ea typeface="+mn-ea"/>
          <a:cs typeface="+mn-cs"/>
        </a:defRPr>
      </a:lvl3pPr>
      <a:lvl4pPr marL="1543050" algn="l" defTabSz="1028700" rtl="0" eaLnBrk="1" latinLnBrk="0" hangingPunct="1">
        <a:defRPr sz="2025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algn="l" defTabSz="1028700" rtl="0" eaLnBrk="1" latinLnBrk="0" hangingPunct="1">
        <a:defRPr sz="2025" kern="1200">
          <a:solidFill>
            <a:schemeClr val="tx1"/>
          </a:solidFill>
          <a:latin typeface="+mn-lt"/>
          <a:ea typeface="+mn-ea"/>
          <a:cs typeface="+mn-cs"/>
        </a:defRPr>
      </a:lvl5pPr>
      <a:lvl6pPr marL="2571750" algn="l" defTabSz="1028700" rtl="0" eaLnBrk="1" latinLnBrk="0" hangingPunct="1">
        <a:defRPr sz="2025" kern="1200">
          <a:solidFill>
            <a:schemeClr val="tx1"/>
          </a:solidFill>
          <a:latin typeface="+mn-lt"/>
          <a:ea typeface="+mn-ea"/>
          <a:cs typeface="+mn-cs"/>
        </a:defRPr>
      </a:lvl6pPr>
      <a:lvl7pPr marL="3086100" algn="l" defTabSz="1028700" rtl="0" eaLnBrk="1" latinLnBrk="0" hangingPunct="1">
        <a:defRPr sz="2025" kern="1200">
          <a:solidFill>
            <a:schemeClr val="tx1"/>
          </a:solidFill>
          <a:latin typeface="+mn-lt"/>
          <a:ea typeface="+mn-ea"/>
          <a:cs typeface="+mn-cs"/>
        </a:defRPr>
      </a:lvl7pPr>
      <a:lvl8pPr marL="3600450" algn="l" defTabSz="1028700" rtl="0" eaLnBrk="1" latinLnBrk="0" hangingPunct="1">
        <a:defRPr sz="2025" kern="1200">
          <a:solidFill>
            <a:schemeClr val="tx1"/>
          </a:solidFill>
          <a:latin typeface="+mn-lt"/>
          <a:ea typeface="+mn-ea"/>
          <a:cs typeface="+mn-cs"/>
        </a:defRPr>
      </a:lvl8pPr>
      <a:lvl9pPr marL="4114800" algn="l" defTabSz="1028700" rtl="0" eaLnBrk="1" latinLnBrk="0" hangingPunct="1">
        <a:defRPr sz="202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 descr="一張含有 遊戲, 綠色, 室內遊戲和運動, 百色布 的圖片&#10;&#10;自動產生的描述">
            <a:extLst>
              <a:ext uri="{FF2B5EF4-FFF2-40B4-BE49-F238E27FC236}">
                <a16:creationId xmlns:a16="http://schemas.microsoft.com/office/drawing/2014/main" id="{5F16B445-8FAC-F900-E55F-93B2E6F71A23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205" t="11464" r="11111"/>
          <a:stretch/>
        </p:blipFill>
        <p:spPr>
          <a:xfrm>
            <a:off x="0" y="1968707"/>
            <a:ext cx="10287000" cy="6349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37263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 descr="一張含有 資料表, 遊戲, 室內遊戲和運動, 綠色 的圖片&#10;&#10;自動產生的描述">
            <a:extLst>
              <a:ext uri="{FF2B5EF4-FFF2-40B4-BE49-F238E27FC236}">
                <a16:creationId xmlns:a16="http://schemas.microsoft.com/office/drawing/2014/main" id="{16B1FB90-B04C-1C83-C731-3B8F45924F7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535" t="17500" r="12282"/>
          <a:stretch/>
        </p:blipFill>
        <p:spPr>
          <a:xfrm>
            <a:off x="0" y="1968708"/>
            <a:ext cx="10287000" cy="6349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95692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 descr="一張含有 資料表, 遊戲, 桌遊, 室內遊戲和運動 的圖片&#10;&#10;自動產生的描述">
            <a:extLst>
              <a:ext uri="{FF2B5EF4-FFF2-40B4-BE49-F238E27FC236}">
                <a16:creationId xmlns:a16="http://schemas.microsoft.com/office/drawing/2014/main" id="{8272CBC1-C6F9-842E-90EA-5AD933063C3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869"/>
          <a:stretch/>
        </p:blipFill>
        <p:spPr>
          <a:xfrm>
            <a:off x="1" y="1968708"/>
            <a:ext cx="10286999" cy="6349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45735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 descr="一張含有 遊戲, 資料表, 室內遊戲和運動, 百色布 的圖片&#10;&#10;自動產生的描述">
            <a:extLst>
              <a:ext uri="{FF2B5EF4-FFF2-40B4-BE49-F238E27FC236}">
                <a16:creationId xmlns:a16="http://schemas.microsoft.com/office/drawing/2014/main" id="{AF93380B-375B-FFA9-18B3-43F48302DD2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573" t="9963" r="8376"/>
          <a:stretch/>
        </p:blipFill>
        <p:spPr>
          <a:xfrm>
            <a:off x="0" y="1968708"/>
            <a:ext cx="10287000" cy="6349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92948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 佈景主題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佈景主題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佈景主題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 2013 - 2022</Template>
  <TotalTime>26</TotalTime>
  <Words>0</Words>
  <Application>Microsoft Office PowerPoint</Application>
  <PresentationFormat>自訂</PresentationFormat>
  <Paragraphs>0</Paragraphs>
  <Slides>4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佈景主題</vt:lpstr>
      <vt:lpstr>PowerPoint 簡報</vt:lpstr>
      <vt:lpstr>PowerPoint 簡報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意群_蕭_111072201</dc:creator>
  <cp:lastModifiedBy>意群_蕭_111072201</cp:lastModifiedBy>
  <cp:revision>2</cp:revision>
  <dcterms:created xsi:type="dcterms:W3CDTF">2023-06-09T18:33:34Z</dcterms:created>
  <dcterms:modified xsi:type="dcterms:W3CDTF">2023-06-09T18:59:44Z</dcterms:modified>
</cp:coreProperties>
</file>